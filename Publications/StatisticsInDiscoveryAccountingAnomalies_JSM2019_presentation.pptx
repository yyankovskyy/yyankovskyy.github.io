
<file path=[Content_Types].xml><?xml version="1.0" encoding="utf-8"?>
<Types xmlns="http://schemas.openxmlformats.org/package/2006/content-types">
  <Default Extension="png" ContentType="image/png"/>
  <Default Extension="emf" ContentType="image/x-emf"/>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3.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6" r:id="rId1"/>
    <p:sldMasterId id="2147483708" r:id="rId2"/>
    <p:sldMasterId id="2147483680" r:id="rId3"/>
    <p:sldMasterId id="2147483694" r:id="rId4"/>
  </p:sldMasterIdLst>
  <p:notesMasterIdLst>
    <p:notesMasterId r:id="rId18"/>
  </p:notesMasterIdLst>
  <p:handoutMasterIdLst>
    <p:handoutMasterId r:id="rId19"/>
  </p:handoutMasterIdLst>
  <p:sldIdLst>
    <p:sldId id="325" r:id="rId5"/>
    <p:sldId id="324" r:id="rId6"/>
    <p:sldId id="311" r:id="rId7"/>
    <p:sldId id="320" r:id="rId8"/>
    <p:sldId id="321" r:id="rId9"/>
    <p:sldId id="322" r:id="rId10"/>
    <p:sldId id="323" r:id="rId11"/>
    <p:sldId id="312" r:id="rId12"/>
    <p:sldId id="315" r:id="rId13"/>
    <p:sldId id="316" r:id="rId14"/>
    <p:sldId id="313" r:id="rId15"/>
    <p:sldId id="314" r:id="rId16"/>
    <p:sldId id="326" r:id="rId17"/>
  </p:sldIdLst>
  <p:sldSz cx="12198350" cy="6858000"/>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7">
          <p15:clr>
            <a:srgbClr val="A4A3A4"/>
          </p15:clr>
        </p15:guide>
        <p15:guide id="2" orient="horz" pos="664">
          <p15:clr>
            <a:srgbClr val="A4A3A4"/>
          </p15:clr>
        </p15:guide>
        <p15:guide id="3" orient="horz" pos="3871">
          <p15:clr>
            <a:srgbClr val="A4A3A4"/>
          </p15:clr>
        </p15:guide>
        <p15:guide id="4" orient="horz" pos="898">
          <p15:clr>
            <a:srgbClr val="A4A3A4"/>
          </p15:clr>
        </p15:guide>
        <p15:guide id="5" orient="horz" pos="126">
          <p15:clr>
            <a:srgbClr val="A4A3A4"/>
          </p15:clr>
        </p15:guide>
        <p15:guide id="6" orient="horz" pos="1258">
          <p15:clr>
            <a:srgbClr val="A4A3A4"/>
          </p15:clr>
        </p15:guide>
        <p15:guide id="7" orient="horz" pos="388">
          <p15:clr>
            <a:srgbClr val="A4A3A4"/>
          </p15:clr>
        </p15:guide>
        <p15:guide id="8" orient="horz" pos="4192">
          <p15:clr>
            <a:srgbClr val="A4A3A4"/>
          </p15:clr>
        </p15:guide>
        <p15:guide id="9" orient="horz" pos="4077">
          <p15:clr>
            <a:srgbClr val="A4A3A4"/>
          </p15:clr>
        </p15:guide>
        <p15:guide id="10" pos="3842">
          <p15:clr>
            <a:srgbClr val="A4A3A4"/>
          </p15:clr>
        </p15:guide>
        <p15:guide id="11" pos="384">
          <p15:clr>
            <a:srgbClr val="A4A3A4"/>
          </p15:clr>
        </p15:guide>
        <p15:guide id="12" pos="7299">
          <p15:clr>
            <a:srgbClr val="A4A3A4"/>
          </p15:clr>
        </p15:guide>
        <p15:guide id="13" pos="3887" userDrawn="1">
          <p15:clr>
            <a:srgbClr val="A4A3A4"/>
          </p15:clr>
        </p15:guide>
        <p15:guide id="14" pos="3791">
          <p15:clr>
            <a:srgbClr val="A4A3A4"/>
          </p15:clr>
        </p15:guide>
      </p15:sldGuideLst>
    </p:ext>
    <p:ext uri="{2D200454-40CA-4A62-9FC3-DE9A4176ACB9}">
      <p15:notesGuideLst xmlns:p15="http://schemas.microsoft.com/office/powerpoint/2012/main">
        <p15:guide id="1" orient="horz" pos="2208" userDrawn="1">
          <p15:clr>
            <a:srgbClr val="A4A3A4"/>
          </p15:clr>
        </p15:guide>
        <p15:guide id="2" pos="292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C4CD"/>
    <a:srgbClr val="2E2E38"/>
    <a:srgbClr val="F6F6FA"/>
    <a:srgbClr val="FFFFFF"/>
    <a:srgbClr val="2E2E32"/>
    <a:srgbClr val="000000"/>
    <a:srgbClr val="EAEAEA"/>
    <a:srgbClr val="404040"/>
    <a:srgbClr val="FF0090"/>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740" autoAdjust="0"/>
    <p:restoredTop sz="96754" autoAdjust="0"/>
  </p:normalViewPr>
  <p:slideViewPr>
    <p:cSldViewPr snapToGrid="0" snapToObjects="1" showGuides="1">
      <p:cViewPr varScale="1">
        <p:scale>
          <a:sx n="89" d="100"/>
          <a:sy n="89" d="100"/>
        </p:scale>
        <p:origin x="1896" y="84"/>
      </p:cViewPr>
      <p:guideLst>
        <p:guide orient="horz" pos="3127"/>
        <p:guide orient="horz" pos="664"/>
        <p:guide orient="horz" pos="3871"/>
        <p:guide orient="horz" pos="898"/>
        <p:guide orient="horz" pos="126"/>
        <p:guide orient="horz" pos="1258"/>
        <p:guide orient="horz" pos="388"/>
        <p:guide orient="horz" pos="4192"/>
        <p:guide orient="horz" pos="4077"/>
        <p:guide pos="3842"/>
        <p:guide pos="384"/>
        <p:guide pos="7299"/>
        <p:guide pos="3887"/>
        <p:guide pos="37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2" d="100"/>
          <a:sy n="82" d="100"/>
        </p:scale>
        <p:origin x="3924" y="78"/>
      </p:cViewPr>
      <p:guideLst>
        <p:guide orient="horz" pos="2208"/>
        <p:guide pos="292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028440" cy="350520"/>
          </a:xfrm>
          <a:prstGeom prst="rect">
            <a:avLst/>
          </a:prstGeom>
        </p:spPr>
        <p:txBody>
          <a:bodyPr vert="horz" lIns="93178" tIns="46589" rIns="93178" bIns="46589" rtlCol="0"/>
          <a:lstStyle>
            <a:lvl1pPr algn="l">
              <a:defRPr sz="1200"/>
            </a:lvl1pPr>
          </a:lstStyle>
          <a:p>
            <a:endParaRPr lang="en-GB" dirty="0">
              <a:latin typeface="Arial" pitchFamily="34" charset="0"/>
            </a:endParaRPr>
          </a:p>
        </p:txBody>
      </p:sp>
      <p:sp>
        <p:nvSpPr>
          <p:cNvPr id="3" name="Date Placeholder 2"/>
          <p:cNvSpPr>
            <a:spLocks noGrp="1"/>
          </p:cNvSpPr>
          <p:nvPr>
            <p:ph type="dt" sz="quarter" idx="1"/>
          </p:nvPr>
        </p:nvSpPr>
        <p:spPr>
          <a:xfrm>
            <a:off x="5265810" y="1"/>
            <a:ext cx="4028440" cy="350520"/>
          </a:xfrm>
          <a:prstGeom prst="rect">
            <a:avLst/>
          </a:prstGeom>
        </p:spPr>
        <p:txBody>
          <a:bodyPr vert="horz" lIns="93178" tIns="46589" rIns="93178" bIns="46589" rtlCol="0"/>
          <a:lstStyle>
            <a:lvl1pPr algn="r">
              <a:defRPr sz="1200"/>
            </a:lvl1pPr>
          </a:lstStyle>
          <a:p>
            <a:fld id="{75A85089-C692-4DEA-AC49-04CF34D4FE14}" type="datetimeFigureOut">
              <a:rPr lang="en-GB" smtClean="0">
                <a:latin typeface="Arial" pitchFamily="34" charset="0"/>
              </a:rPr>
              <a:pPr/>
              <a:t>29/07/2019</a:t>
            </a:fld>
            <a:endParaRPr lang="en-GB" dirty="0">
              <a:latin typeface="Arial" pitchFamily="34" charset="0"/>
            </a:endParaRPr>
          </a:p>
        </p:txBody>
      </p:sp>
      <p:sp>
        <p:nvSpPr>
          <p:cNvPr id="4" name="Footer Placeholder 3"/>
          <p:cNvSpPr>
            <a:spLocks noGrp="1"/>
          </p:cNvSpPr>
          <p:nvPr>
            <p:ph type="ftr" sz="quarter" idx="2"/>
          </p:nvPr>
        </p:nvSpPr>
        <p:spPr>
          <a:xfrm>
            <a:off x="1" y="6658664"/>
            <a:ext cx="4028440" cy="350520"/>
          </a:xfrm>
          <a:prstGeom prst="rect">
            <a:avLst/>
          </a:prstGeom>
        </p:spPr>
        <p:txBody>
          <a:bodyPr vert="horz" lIns="93178" tIns="46589" rIns="93178" bIns="46589" rtlCol="0" anchor="b"/>
          <a:lstStyle>
            <a:lvl1pPr algn="l">
              <a:defRPr sz="1200"/>
            </a:lvl1pPr>
          </a:lstStyle>
          <a:p>
            <a:endParaRPr lang="en-GB" dirty="0">
              <a:latin typeface="Arial" pitchFamily="34" charset="0"/>
            </a:endParaRPr>
          </a:p>
        </p:txBody>
      </p:sp>
      <p:sp>
        <p:nvSpPr>
          <p:cNvPr id="5" name="Slide Number Placeholder 4"/>
          <p:cNvSpPr>
            <a:spLocks noGrp="1"/>
          </p:cNvSpPr>
          <p:nvPr>
            <p:ph type="sldNum" sz="quarter" idx="3"/>
          </p:nvPr>
        </p:nvSpPr>
        <p:spPr>
          <a:xfrm>
            <a:off x="5265810" y="6658664"/>
            <a:ext cx="4028440" cy="350520"/>
          </a:xfrm>
          <a:prstGeom prst="rect">
            <a:avLst/>
          </a:prstGeom>
        </p:spPr>
        <p:txBody>
          <a:bodyPr vert="horz" lIns="93178" tIns="46589" rIns="93178" bIns="46589" rtlCol="0" anchor="b"/>
          <a:lstStyle>
            <a:lvl1pPr algn="r">
              <a:defRPr sz="1200"/>
            </a:lvl1pPr>
          </a:lstStyle>
          <a:p>
            <a:fld id="{D3A5C721-4BB5-4DB6-AD65-4BA2A62B05B6}" type="slidenum">
              <a:rPr lang="en-GB" smtClean="0">
                <a:latin typeface="Arial" pitchFamily="34" charset="0"/>
              </a:rPr>
              <a:pPr/>
              <a:t>‹#›</a:t>
            </a:fld>
            <a:endParaRPr lang="en-GB" dirty="0">
              <a:latin typeface="Arial" pitchFamily="34" charset="0"/>
            </a:endParaRPr>
          </a:p>
        </p:txBody>
      </p:sp>
    </p:spTree>
    <p:extLst>
      <p:ext uri="{BB962C8B-B14F-4D97-AF65-F5344CB8AC3E}">
        <p14:creationId xmlns:p14="http://schemas.microsoft.com/office/powerpoint/2010/main" val="19916323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028440" cy="350520"/>
          </a:xfrm>
          <a:prstGeom prst="rect">
            <a:avLst/>
          </a:prstGeom>
        </p:spPr>
        <p:txBody>
          <a:bodyPr vert="horz" lIns="93178" tIns="46589" rIns="93178" bIns="46589" rtlCol="0"/>
          <a:lstStyle>
            <a:lvl1pPr algn="l">
              <a:defRPr sz="1200">
                <a:latin typeface="Arial" pitchFamily="34" charset="0"/>
              </a:defRPr>
            </a:lvl1pPr>
          </a:lstStyle>
          <a:p>
            <a:endParaRPr lang="en-GB" dirty="0"/>
          </a:p>
        </p:txBody>
      </p:sp>
      <p:sp>
        <p:nvSpPr>
          <p:cNvPr id="3" name="Date Placeholder 2"/>
          <p:cNvSpPr>
            <a:spLocks noGrp="1"/>
          </p:cNvSpPr>
          <p:nvPr>
            <p:ph type="dt" idx="1"/>
          </p:nvPr>
        </p:nvSpPr>
        <p:spPr>
          <a:xfrm>
            <a:off x="5265810" y="1"/>
            <a:ext cx="4028440" cy="350520"/>
          </a:xfrm>
          <a:prstGeom prst="rect">
            <a:avLst/>
          </a:prstGeom>
        </p:spPr>
        <p:txBody>
          <a:bodyPr vert="horz" lIns="93178" tIns="46589" rIns="93178" bIns="46589" rtlCol="0"/>
          <a:lstStyle>
            <a:lvl1pPr algn="r">
              <a:defRPr sz="1200">
                <a:latin typeface="Arial" pitchFamily="34" charset="0"/>
              </a:defRPr>
            </a:lvl1pPr>
          </a:lstStyle>
          <a:p>
            <a:fld id="{8045EBA9-A28D-4849-BFEA-AA04F6A21B63}" type="datetimeFigureOut">
              <a:rPr lang="en-GB" smtClean="0"/>
              <a:pPr/>
              <a:t>29/07/2019</a:t>
            </a:fld>
            <a:endParaRPr lang="en-GB" dirty="0"/>
          </a:p>
        </p:txBody>
      </p:sp>
      <p:sp>
        <p:nvSpPr>
          <p:cNvPr id="4" name="Slide Image Placeholder 3"/>
          <p:cNvSpPr>
            <a:spLocks noGrp="1" noRot="1" noChangeAspect="1"/>
          </p:cNvSpPr>
          <p:nvPr>
            <p:ph type="sldImg" idx="2"/>
          </p:nvPr>
        </p:nvSpPr>
        <p:spPr>
          <a:xfrm>
            <a:off x="2309813" y="525463"/>
            <a:ext cx="4676775" cy="2628900"/>
          </a:xfrm>
          <a:prstGeom prst="rect">
            <a:avLst/>
          </a:prstGeom>
          <a:noFill/>
          <a:ln w="12700">
            <a:solidFill>
              <a:prstClr val="black"/>
            </a:solidFill>
          </a:ln>
        </p:spPr>
        <p:txBody>
          <a:bodyPr vert="horz" lIns="93178" tIns="46589" rIns="93178" bIns="46589" rtlCol="0" anchor="ctr"/>
          <a:lstStyle/>
          <a:p>
            <a:endParaRPr lang="en-GB" dirty="0"/>
          </a:p>
        </p:txBody>
      </p:sp>
      <p:sp>
        <p:nvSpPr>
          <p:cNvPr id="5" name="Notes Placeholder 4"/>
          <p:cNvSpPr>
            <a:spLocks noGrp="1"/>
          </p:cNvSpPr>
          <p:nvPr>
            <p:ph type="body" sz="quarter" idx="3"/>
          </p:nvPr>
        </p:nvSpPr>
        <p:spPr>
          <a:xfrm>
            <a:off x="929641" y="3329941"/>
            <a:ext cx="7437120" cy="3154680"/>
          </a:xfrm>
          <a:prstGeom prst="rect">
            <a:avLst/>
          </a:prstGeom>
        </p:spPr>
        <p:txBody>
          <a:bodyPr vert="horz" lIns="93178" tIns="46589" rIns="93178" bIns="46589"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6658664"/>
            <a:ext cx="4028440" cy="350520"/>
          </a:xfrm>
          <a:prstGeom prst="rect">
            <a:avLst/>
          </a:prstGeom>
        </p:spPr>
        <p:txBody>
          <a:bodyPr vert="horz" lIns="93178" tIns="46589" rIns="93178" bIns="46589" rtlCol="0" anchor="b"/>
          <a:lstStyle>
            <a:lvl1pPr algn="l">
              <a:defRPr sz="1200">
                <a:latin typeface="Arial" pitchFamily="34" charset="0"/>
              </a:defRPr>
            </a:lvl1pPr>
          </a:lstStyle>
          <a:p>
            <a:endParaRPr lang="en-GB" dirty="0"/>
          </a:p>
        </p:txBody>
      </p:sp>
      <p:sp>
        <p:nvSpPr>
          <p:cNvPr id="7" name="Slide Number Placeholder 6"/>
          <p:cNvSpPr>
            <a:spLocks noGrp="1"/>
          </p:cNvSpPr>
          <p:nvPr>
            <p:ph type="sldNum" sz="quarter" idx="5"/>
          </p:nvPr>
        </p:nvSpPr>
        <p:spPr>
          <a:xfrm>
            <a:off x="5265810" y="6658664"/>
            <a:ext cx="4028440" cy="350520"/>
          </a:xfrm>
          <a:prstGeom prst="rect">
            <a:avLst/>
          </a:prstGeom>
        </p:spPr>
        <p:txBody>
          <a:bodyPr vert="horz" lIns="93178" tIns="46589" rIns="93178" bIns="46589" rtlCol="0" anchor="b"/>
          <a:lstStyle>
            <a:lvl1pPr algn="r">
              <a:defRPr sz="1200">
                <a:latin typeface="Arial" pitchFamily="34" charset="0"/>
              </a:defRPr>
            </a:lvl1pPr>
          </a:lstStyle>
          <a:p>
            <a:fld id="{5B43D19E-BFDB-4C92-8EDD-32EDDA8F41DF}" type="slidenum">
              <a:rPr lang="en-GB" smtClean="0"/>
              <a:pPr/>
              <a:t>‹#›</a:t>
            </a:fld>
            <a:endParaRPr lang="en-GB" dirty="0"/>
          </a:p>
        </p:txBody>
      </p:sp>
    </p:spTree>
    <p:extLst>
      <p:ext uri="{BB962C8B-B14F-4D97-AF65-F5344CB8AC3E}">
        <p14:creationId xmlns:p14="http://schemas.microsoft.com/office/powerpoint/2010/main" val="1606270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wmf"/><Relationship Id="rId1" Type="http://schemas.openxmlformats.org/officeDocument/2006/relationships/slideMaster" Target="../slideMasters/slideMaster2.xml"/><Relationship Id="rId4" Type="http://schemas.openxmlformats.org/officeDocument/2006/relationships/image" Target="../media/image5.w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6.wmf"/><Relationship Id="rId1" Type="http://schemas.openxmlformats.org/officeDocument/2006/relationships/slideMaster" Target="../slideMasters/slideMaster2.xml"/><Relationship Id="rId4" Type="http://schemas.openxmlformats.org/officeDocument/2006/relationships/image" Target="../media/image5.wmf"/></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wmf"/><Relationship Id="rId1" Type="http://schemas.openxmlformats.org/officeDocument/2006/relationships/slideMaster" Target="../slideMasters/slideMaster3.xml"/><Relationship Id="rId4" Type="http://schemas.openxmlformats.org/officeDocument/2006/relationships/image" Target="../media/image9.wmf"/></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emf"/><Relationship Id="rId1" Type="http://schemas.openxmlformats.org/officeDocument/2006/relationships/slideMaster" Target="../slideMasters/slideMaster3.xml"/><Relationship Id="rId4" Type="http://schemas.openxmlformats.org/officeDocument/2006/relationships/image" Target="../media/image9.w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7.wmf"/><Relationship Id="rId1" Type="http://schemas.openxmlformats.org/officeDocument/2006/relationships/slideMaster" Target="../slideMasters/slideMaster4.xml"/><Relationship Id="rId4" Type="http://schemas.openxmlformats.org/officeDocument/2006/relationships/image" Target="../media/image18.emf"/></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6.wmf"/><Relationship Id="rId1" Type="http://schemas.openxmlformats.org/officeDocument/2006/relationships/slideMaster" Target="../slideMasters/slideMaster4.xml"/><Relationship Id="rId4" Type="http://schemas.openxmlformats.org/officeDocument/2006/relationships/image" Target="../media/image18.emf"/></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13" name="Rectangle 1"/>
          <p:cNvSpPr>
            <a:spLocks noChangeAspect="1"/>
          </p:cNvSpPr>
          <p:nvPr userDrawn="1"/>
        </p:nvSpPr>
        <p:spPr>
          <a:xfrm>
            <a:off x="3853963" y="615949"/>
            <a:ext cx="7735824" cy="4998637"/>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8" name="Title 1"/>
          <p:cNvSpPr>
            <a:spLocks noGrp="1"/>
          </p:cNvSpPr>
          <p:nvPr>
            <p:ph type="ctrTitle"/>
          </p:nvPr>
        </p:nvSpPr>
        <p:spPr>
          <a:xfrm>
            <a:off x="4151376" y="2240280"/>
            <a:ext cx="7223760" cy="860400"/>
          </a:xfrm>
        </p:spPr>
        <p:txBody>
          <a:bodyPr/>
          <a:lstStyle>
            <a:lvl1pPr>
              <a:defRPr>
                <a:solidFill>
                  <a:srgbClr val="404040"/>
                </a:solidFill>
                <a:latin typeface="+mn-lt"/>
                <a:cs typeface="Arial" pitchFamily="34" charset="0"/>
              </a:defRPr>
            </a:lvl1pPr>
          </a:lstStyle>
          <a:p>
            <a:r>
              <a:rPr lang="en-US"/>
              <a:t>Click to edit Master title style</a:t>
            </a:r>
            <a:endParaRPr lang="en-GB" dirty="0"/>
          </a:p>
        </p:txBody>
      </p:sp>
      <p:sp>
        <p:nvSpPr>
          <p:cNvPr id="10"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beam (legacy)">
    <p:spTree>
      <p:nvGrpSpPr>
        <p:cNvPr id="1" name=""/>
        <p:cNvGrpSpPr/>
        <p:nvPr/>
      </p:nvGrpSpPr>
      <p:grpSpPr>
        <a:xfrm>
          <a:off x="0" y="0"/>
          <a:ext cx="0" cy="0"/>
          <a:chOff x="0" y="0"/>
          <a:chExt cx="0" cy="0"/>
        </a:xfrm>
      </p:grpSpPr>
      <p:grpSp>
        <p:nvGrpSpPr>
          <p:cNvPr id="10" name="Group 9"/>
          <p:cNvGrpSpPr/>
          <p:nvPr userDrawn="1"/>
        </p:nvGrpSpPr>
        <p:grpSpPr>
          <a:xfrm>
            <a:off x="0" y="1628775"/>
            <a:ext cx="12198350" cy="4469625"/>
            <a:chOff x="0" y="1628775"/>
            <a:chExt cx="12198350" cy="4469625"/>
          </a:xfrm>
        </p:grpSpPr>
        <p:sp>
          <p:nvSpPr>
            <p:cNvPr id="12" name="Freeform 8"/>
            <p:cNvSpPr>
              <a:spLocks/>
            </p:cNvSpPr>
            <p:nvPr userDrawn="1"/>
          </p:nvSpPr>
          <p:spPr bwMode="gray">
            <a:xfrm>
              <a:off x="3072661"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pic>
          <p:nvPicPr>
            <p:cNvPr id="14" name="Picture 2"/>
            <p:cNvPicPr>
              <a:picLocks noChangeAspect="1" noChangeArrowheads="1"/>
            </p:cNvPicPr>
            <p:nvPr userDrawn="1"/>
          </p:nvPicPr>
          <p:blipFill>
            <a:blip r:embed="rId2" cstate="print"/>
            <a:srcRect/>
            <a:stretch>
              <a:fillRect/>
            </a:stretch>
          </p:blipFill>
          <p:spPr bwMode="auto">
            <a:xfrm>
              <a:off x="0" y="4291200"/>
              <a:ext cx="3078523" cy="1807200"/>
            </a:xfrm>
            <a:prstGeom prst="rect">
              <a:avLst/>
            </a:prstGeom>
            <a:noFill/>
            <a:ln w="9525">
              <a:noFill/>
              <a:miter lim="800000"/>
              <a:headEnd/>
              <a:tailEnd/>
            </a:ln>
            <a:effectLst/>
          </p:spPr>
        </p:pic>
      </p:grpSp>
      <p:sp>
        <p:nvSpPr>
          <p:cNvPr id="8" name="Title 1"/>
          <p:cNvSpPr>
            <a:spLocks noGrp="1"/>
          </p:cNvSpPr>
          <p:nvPr>
            <p:ph type="ctrTitle"/>
          </p:nvPr>
        </p:nvSpPr>
        <p:spPr>
          <a:xfrm>
            <a:off x="3081528" y="777600"/>
            <a:ext cx="8509385" cy="860400"/>
          </a:xfrm>
        </p:spPr>
        <p:txBody>
          <a:bodyPr/>
          <a:lstStyle>
            <a:lvl1pPr>
              <a:defRPr>
                <a:solidFill>
                  <a:schemeClr val="bg1"/>
                </a:solidFill>
              </a:defRPr>
            </a:lvl1pPr>
          </a:lstStyle>
          <a:p>
            <a:r>
              <a:rPr lang="en-US"/>
              <a:t>Click to edit Master title style</a:t>
            </a:r>
            <a:endParaRPr lang="en-GB" dirty="0"/>
          </a:p>
        </p:txBody>
      </p:sp>
      <p:sp>
        <p:nvSpPr>
          <p:cNvPr id="9" name="Subtitle 2"/>
          <p:cNvSpPr>
            <a:spLocks noGrp="1"/>
          </p:cNvSpPr>
          <p:nvPr>
            <p:ph type="subTitle" idx="1"/>
          </p:nvPr>
        </p:nvSpPr>
        <p:spPr>
          <a:xfrm>
            <a:off x="3081528" y="1731938"/>
            <a:ext cx="6222953" cy="968400"/>
          </a:xfrm>
        </p:spPr>
        <p:txBody>
          <a:bodyPr/>
          <a:lstStyle>
            <a:lvl1pPr marL="0" indent="0" algn="l">
              <a:buNone/>
              <a:defRPr sz="2000">
                <a:solidFill>
                  <a:schemeClr val="bg1"/>
                </a:solidFill>
              </a:defRPr>
            </a:lvl1pPr>
            <a:lvl2pPr marL="0" indent="0" algn="l">
              <a:buNone/>
              <a:defRPr sz="16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a:t>Click to edit Master subtitle style</a:t>
            </a:r>
            <a:endParaRPr lang="en-GB" dirty="0"/>
          </a:p>
        </p:txBody>
      </p:sp>
    </p:spTree>
    <p:extLst>
      <p:ext uri="{BB962C8B-B14F-4D97-AF65-F5344CB8AC3E}">
        <p14:creationId xmlns:p14="http://schemas.microsoft.com/office/powerpoint/2010/main" val="19810458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a:xfrm>
            <a:off x="609918" y="1425600"/>
            <a:ext cx="10978515" cy="47000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5" name="Date Placeholder 4"/>
          <p:cNvSpPr>
            <a:spLocks noGrp="1"/>
          </p:cNvSpPr>
          <p:nvPr>
            <p:ph type="dt" sz="half" idx="10"/>
          </p:nvPr>
        </p:nvSpPr>
        <p:spPr/>
        <p:txBody>
          <a:bodyPr/>
          <a:lstStyle/>
          <a:p>
            <a:r>
              <a:rPr lang="en-US"/>
              <a:t>1 January 2014</a:t>
            </a:r>
            <a:endParaRPr lang="en-US" dirty="0"/>
          </a:p>
        </p:txBody>
      </p:sp>
      <p:sp>
        <p:nvSpPr>
          <p:cNvPr id="9" name="Footer Placeholder 8"/>
          <p:cNvSpPr>
            <a:spLocks noGrp="1"/>
          </p:cNvSpPr>
          <p:nvPr>
            <p:ph type="ftr" sz="quarter" idx="11"/>
          </p:nvPr>
        </p:nvSpPr>
        <p:spPr/>
        <p:txBody>
          <a:bodyPr/>
          <a:lstStyle/>
          <a:p>
            <a:r>
              <a:rPr lang="en-GB"/>
              <a:t>Presentation title</a:t>
            </a:r>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4" name="Date Placeholder 3"/>
          <p:cNvSpPr>
            <a:spLocks noGrp="1"/>
          </p:cNvSpPr>
          <p:nvPr>
            <p:ph type="dt" sz="half" idx="10"/>
          </p:nvPr>
        </p:nvSpPr>
        <p:spPr/>
        <p:txBody>
          <a:bodyPr/>
          <a:lstStyle/>
          <a:p>
            <a:r>
              <a:rPr lang="en-US"/>
              <a:t>1 January 2014</a:t>
            </a:r>
            <a:endParaRPr lang="en-US" dirty="0"/>
          </a:p>
        </p:txBody>
      </p:sp>
      <p:sp>
        <p:nvSpPr>
          <p:cNvPr id="6" name="Footer Placeholder 5"/>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886118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4" name="Date Placeholder 3"/>
          <p:cNvSpPr>
            <a:spLocks noGrp="1"/>
          </p:cNvSpPr>
          <p:nvPr>
            <p:ph type="dt" sz="half" idx="10"/>
          </p:nvPr>
        </p:nvSpPr>
        <p:spPr/>
        <p:txBody>
          <a:bodyPr/>
          <a:lstStyle/>
          <a:p>
            <a:r>
              <a:rPr lang="en-US"/>
              <a:t>1 January 2014</a:t>
            </a:r>
            <a:endParaRPr lang="en-US" dirty="0"/>
          </a:p>
        </p:txBody>
      </p:sp>
      <p:sp>
        <p:nvSpPr>
          <p:cNvPr id="6" name="Footer Placeholder 5"/>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4119179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3" name="Date Placeholder 2"/>
          <p:cNvSpPr>
            <a:spLocks noGrp="1"/>
          </p:cNvSpPr>
          <p:nvPr>
            <p:ph type="dt" sz="half" idx="10"/>
          </p:nvPr>
        </p:nvSpPr>
        <p:spPr/>
        <p:txBody>
          <a:bodyPr/>
          <a:lstStyle>
            <a:lvl1pPr>
              <a:defRPr>
                <a:solidFill>
                  <a:schemeClr val="bg1"/>
                </a:solidFill>
              </a:defRPr>
            </a:lvl1pPr>
          </a:lstStyle>
          <a:p>
            <a:r>
              <a:rPr lang="en-US"/>
              <a:t>1 January 2014</a:t>
            </a:r>
            <a:endParaRPr lang="en-US" dirty="0"/>
          </a:p>
        </p:txBody>
      </p:sp>
      <p:sp>
        <p:nvSpPr>
          <p:cNvPr id="4" name="Footer Placeholder 3"/>
          <p:cNvSpPr>
            <a:spLocks noGrp="1"/>
          </p:cNvSpPr>
          <p:nvPr>
            <p:ph type="ftr" sz="quarter" idx="11"/>
          </p:nvPr>
        </p:nvSpPr>
        <p:spPr/>
        <p:txBody>
          <a:bodyPr/>
          <a:lstStyle>
            <a:lvl1pPr>
              <a:defRPr>
                <a:solidFill>
                  <a:schemeClr val="bg1"/>
                </a:solidFill>
              </a:defRPr>
            </a:lvl1pPr>
          </a:lstStyle>
          <a:p>
            <a:r>
              <a:rPr lang="en-GB"/>
              <a:t>Presentation title</a:t>
            </a:r>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3" name="Date Placeholder 2"/>
          <p:cNvSpPr>
            <a:spLocks noGrp="1"/>
          </p:cNvSpPr>
          <p:nvPr>
            <p:ph type="dt" sz="half" idx="10"/>
          </p:nvPr>
        </p:nvSpPr>
        <p:spPr/>
        <p:txBody>
          <a:bodyPr/>
          <a:lstStyle>
            <a:lvl1pPr>
              <a:defRPr>
                <a:solidFill>
                  <a:schemeClr val="bg1"/>
                </a:solidFill>
              </a:defRPr>
            </a:lvl1pPr>
          </a:lstStyle>
          <a:p>
            <a:r>
              <a:rPr lang="en-US"/>
              <a:t>1 January 2014</a:t>
            </a:r>
            <a:endParaRPr lang="en-US" dirty="0"/>
          </a:p>
        </p:txBody>
      </p:sp>
      <p:sp>
        <p:nvSpPr>
          <p:cNvPr id="4" name="Footer Placeholder 3"/>
          <p:cNvSpPr>
            <a:spLocks noGrp="1"/>
          </p:cNvSpPr>
          <p:nvPr>
            <p:ph type="ftr" sz="quarter" idx="11"/>
          </p:nvPr>
        </p:nvSpPr>
        <p:spPr/>
        <p:txBody>
          <a:bodyPr/>
          <a:lstStyle>
            <a:lvl1pPr>
              <a:defRPr>
                <a:solidFill>
                  <a:schemeClr val="bg1"/>
                </a:solidFill>
              </a:defRPr>
            </a:lvl1pPr>
          </a:lstStyle>
          <a:p>
            <a:r>
              <a:rPr lang="en-GB"/>
              <a:t>Presentation title</a:t>
            </a:r>
            <a:endParaRPr lang="en-GB" dirty="0"/>
          </a:p>
        </p:txBody>
      </p:sp>
    </p:spTree>
    <p:extLst>
      <p:ext uri="{BB962C8B-B14F-4D97-AF65-F5344CB8AC3E}">
        <p14:creationId xmlns:p14="http://schemas.microsoft.com/office/powerpoint/2010/main" val="340413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dirty="0"/>
          </a:p>
        </p:txBody>
      </p:sp>
      <p:sp>
        <p:nvSpPr>
          <p:cNvPr id="3" name="Content Placeholder 2"/>
          <p:cNvSpPr>
            <a:spLocks noGrp="1"/>
          </p:cNvSpPr>
          <p:nvPr>
            <p:ph sz="half" idx="1"/>
          </p:nvPr>
        </p:nvSpPr>
        <p:spPr>
          <a:xfrm>
            <a:off x="609917"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200828" y="1425575"/>
            <a:ext cx="5387605" cy="4700589"/>
          </a:xfrm>
        </p:spPr>
        <p:txBody>
          <a:bodyPr/>
          <a:lstStyle>
            <a:lvl1pPr marL="356616" indent="-356616" algn="l" defTabSz="914400" rtl="0" eaLnBrk="1" latinLnBrk="0" hangingPunct="1">
              <a:spcBef>
                <a:spcPct val="20000"/>
              </a:spcBef>
              <a:buClr>
                <a:schemeClr val="accent2"/>
              </a:buClr>
              <a:buSzPct val="70000"/>
              <a:buFont typeface="Arial" pitchFamily="34" charset="0"/>
              <a:buChar char="►"/>
              <a:defRPr lang="en-US" sz="2400" kern="1200" dirty="0" smtClean="0">
                <a:solidFill>
                  <a:schemeClr val="bg1"/>
                </a:solidFill>
                <a:latin typeface="+mn-l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lang="en-US" sz="2400" kern="1200" dirty="0" smtClean="0">
                <a:solidFill>
                  <a:schemeClr val="bg1"/>
                </a:solidFill>
                <a:latin typeface="+mn-l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lang="en-US" sz="2000" kern="1200" dirty="0" smtClean="0">
                <a:solidFill>
                  <a:schemeClr val="bg1"/>
                </a:solidFill>
                <a:latin typeface="+mn-l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lang="en-US" sz="1800" kern="1200" dirty="0" smtClean="0">
                <a:solidFill>
                  <a:schemeClr val="bg1"/>
                </a:solidFill>
                <a:latin typeface="+mn-l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lang="en-GB" sz="1800" kern="1200" dirty="0">
                <a:solidFill>
                  <a:schemeClr val="bg1"/>
                </a:solidFill>
                <a:latin typeface="+mn-lt"/>
                <a:ea typeface="+mn-ea"/>
                <a:cs typeface="+mn-cs"/>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2"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5" name="Date Placeholder 4"/>
          <p:cNvSpPr>
            <a:spLocks noGrp="1"/>
          </p:cNvSpPr>
          <p:nvPr>
            <p:ph type="dt" sz="half" idx="10"/>
          </p:nvPr>
        </p:nvSpPr>
        <p:spPr/>
        <p:txBody>
          <a:bodyPr/>
          <a:lstStyle>
            <a:lvl1pPr>
              <a:defRPr>
                <a:solidFill>
                  <a:schemeClr val="bg1"/>
                </a:solidFill>
              </a:defRPr>
            </a:lvl1pPr>
          </a:lstStyle>
          <a:p>
            <a:r>
              <a:rPr lang="en-US"/>
              <a:t>1 January 2014</a:t>
            </a:r>
            <a:endParaRPr lang="en-US" dirty="0"/>
          </a:p>
        </p:txBody>
      </p:sp>
      <p:sp>
        <p:nvSpPr>
          <p:cNvPr id="7" name="Footer Placeholder 6"/>
          <p:cNvSpPr>
            <a:spLocks noGrp="1"/>
          </p:cNvSpPr>
          <p:nvPr>
            <p:ph type="ftr" sz="quarter" idx="11"/>
          </p:nvPr>
        </p:nvSpPr>
        <p:spPr/>
        <p:txBody>
          <a:bodyPr/>
          <a:lstStyle>
            <a:lvl1pPr>
              <a:defRPr>
                <a:solidFill>
                  <a:schemeClr val="bg1"/>
                </a:solidFill>
              </a:defRPr>
            </a:lvl1pPr>
          </a:lstStyle>
          <a:p>
            <a:r>
              <a:rPr lang="en-GB"/>
              <a:t>Presentation title</a:t>
            </a:r>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612648" y="2130551"/>
            <a:ext cx="5393208" cy="3995928"/>
          </a:xfrm>
        </p:spPr>
        <p:txBody>
          <a:bodyPr/>
          <a:lstStyle>
            <a:lvl1pPr>
              <a:defRPr sz="2400"/>
            </a:lvl1pPr>
            <a:lvl2pPr>
              <a:defRPr sz="2400"/>
            </a:lvl2pPr>
            <a:lvl3pPr marL="1081088" indent="-357188">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199632" y="2130551"/>
            <a:ext cx="5393208" cy="3995928"/>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0" name="Text Placeholder 9"/>
          <p:cNvSpPr>
            <a:spLocks noGrp="1"/>
          </p:cNvSpPr>
          <p:nvPr>
            <p:ph type="body" sz="quarter" idx="12"/>
          </p:nvPr>
        </p:nvSpPr>
        <p:spPr>
          <a:xfrm>
            <a:off x="612648" y="1427144"/>
            <a:ext cx="5393208" cy="640800"/>
          </a:xfrm>
        </p:spPr>
        <p:txBody>
          <a:bodyPr anchor="t" anchorCtr="0"/>
          <a:lstStyle>
            <a:lvl1pPr>
              <a:buNone/>
              <a:defRPr b="1"/>
            </a:lvl1pPr>
          </a:lstStyle>
          <a:p>
            <a:pPr lvl="0"/>
            <a:r>
              <a:rPr lang="en-US"/>
              <a:t>Click to edit Master text styles</a:t>
            </a:r>
          </a:p>
        </p:txBody>
      </p:sp>
      <p:sp>
        <p:nvSpPr>
          <p:cNvPr id="11" name="Text Placeholder 9"/>
          <p:cNvSpPr>
            <a:spLocks noGrp="1"/>
          </p:cNvSpPr>
          <p:nvPr>
            <p:ph type="body" sz="quarter" idx="13"/>
          </p:nvPr>
        </p:nvSpPr>
        <p:spPr>
          <a:xfrm>
            <a:off x="6199632" y="1427144"/>
            <a:ext cx="5393208" cy="640800"/>
          </a:xfrm>
        </p:spPr>
        <p:txBody>
          <a:bodyPr anchor="t" anchorCtr="0"/>
          <a:lstStyle>
            <a:lvl1pPr>
              <a:buNone/>
              <a:defRPr b="1"/>
            </a:lvl1pPr>
          </a:lstStyle>
          <a:p>
            <a:pPr lvl="0"/>
            <a:r>
              <a:rPr lang="en-US"/>
              <a:t>Click to edit Master text styles</a:t>
            </a:r>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5" name="Date Placeholder 4"/>
          <p:cNvSpPr>
            <a:spLocks noGrp="1"/>
          </p:cNvSpPr>
          <p:nvPr>
            <p:ph type="dt" sz="half" idx="14"/>
          </p:nvPr>
        </p:nvSpPr>
        <p:spPr/>
        <p:txBody>
          <a:bodyPr/>
          <a:lstStyle/>
          <a:p>
            <a:r>
              <a:rPr lang="en-US"/>
              <a:t>1 January 2014</a:t>
            </a:r>
            <a:endParaRPr lang="en-US" dirty="0"/>
          </a:p>
        </p:txBody>
      </p:sp>
      <p:sp>
        <p:nvSpPr>
          <p:cNvPr id="7" name="Footer Placeholder 6"/>
          <p:cNvSpPr>
            <a:spLocks noGrp="1"/>
          </p:cNvSpPr>
          <p:nvPr>
            <p:ph type="ftr" sz="quarter" idx="15"/>
          </p:nvPr>
        </p:nvSpPr>
        <p:spPr/>
        <p:txBody>
          <a:bodyPr/>
          <a:lstStyle/>
          <a:p>
            <a:r>
              <a:rPr lang="en-GB"/>
              <a:t>Presentation title</a:t>
            </a:r>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mj-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2" name="Date Placeholder 1"/>
          <p:cNvSpPr>
            <a:spLocks noGrp="1"/>
          </p:cNvSpPr>
          <p:nvPr>
            <p:ph type="dt" sz="half" idx="12"/>
          </p:nvPr>
        </p:nvSpPr>
        <p:spPr/>
        <p:txBody>
          <a:bodyPr/>
          <a:lstStyle>
            <a:lvl1pPr>
              <a:defRPr>
                <a:solidFill>
                  <a:schemeClr val="bg1"/>
                </a:solidFill>
              </a:defRPr>
            </a:lvl1pPr>
          </a:lstStyle>
          <a:p>
            <a:r>
              <a:rPr lang="en-US"/>
              <a:t>1 January 2014</a:t>
            </a:r>
            <a:endParaRPr lang="en-US" dirty="0"/>
          </a:p>
        </p:txBody>
      </p:sp>
      <p:sp>
        <p:nvSpPr>
          <p:cNvPr id="4" name="Footer Placeholder 3"/>
          <p:cNvSpPr>
            <a:spLocks noGrp="1"/>
          </p:cNvSpPr>
          <p:nvPr>
            <p:ph type="ftr" sz="quarter" idx="13"/>
          </p:nvPr>
        </p:nvSpPr>
        <p:spPr/>
        <p:txBody>
          <a:bodyPr/>
          <a:lstStyle>
            <a:lvl1pPr>
              <a:defRPr>
                <a:solidFill>
                  <a:schemeClr val="bg1"/>
                </a:solidFill>
              </a:defRPr>
            </a:lvl1pPr>
          </a:lstStyle>
          <a:p>
            <a:r>
              <a:rPr lang="en-GB"/>
              <a:t>Presentation title</a:t>
            </a:r>
            <a:endParaRPr lang="en-GB" dirty="0"/>
          </a:p>
        </p:txBody>
      </p:sp>
    </p:spTree>
    <p:extLst>
      <p:ext uri="{BB962C8B-B14F-4D97-AF65-F5344CB8AC3E}">
        <p14:creationId xmlns:p14="http://schemas.microsoft.com/office/powerpoint/2010/main" val="3913011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endParaRPr lang="en-US" dirty="0"/>
          </a:p>
        </p:txBody>
      </p:sp>
      <p:sp>
        <p:nvSpPr>
          <p:cNvPr id="4102"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2" name="Date Placeholder 1"/>
          <p:cNvSpPr>
            <a:spLocks noGrp="1"/>
          </p:cNvSpPr>
          <p:nvPr>
            <p:ph type="dt" sz="half" idx="10"/>
          </p:nvPr>
        </p:nvSpPr>
        <p:spPr/>
        <p:txBody>
          <a:bodyPr/>
          <a:lstStyle/>
          <a:p>
            <a:r>
              <a:rPr lang="en-US"/>
              <a:t>1 January 2014</a:t>
            </a:r>
            <a:endParaRPr lang="en-US" dirty="0"/>
          </a:p>
        </p:txBody>
      </p:sp>
      <p:sp>
        <p:nvSpPr>
          <p:cNvPr id="3" name="Footer Placeholder 2"/>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19999408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endParaRPr lang="en-US" dirty="0"/>
          </a:p>
        </p:txBody>
      </p:sp>
      <p:sp>
        <p:nvSpPr>
          <p:cNvPr id="7"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2" name="Date Placeholder 1"/>
          <p:cNvSpPr>
            <a:spLocks noGrp="1"/>
          </p:cNvSpPr>
          <p:nvPr>
            <p:ph type="dt" sz="half" idx="10"/>
          </p:nvPr>
        </p:nvSpPr>
        <p:spPr/>
        <p:txBody>
          <a:bodyPr/>
          <a:lstStyle/>
          <a:p>
            <a:r>
              <a:rPr lang="en-US"/>
              <a:t>1 January 2014</a:t>
            </a:r>
            <a:endParaRPr lang="en-US" dirty="0"/>
          </a:p>
        </p:txBody>
      </p:sp>
      <p:sp>
        <p:nvSpPr>
          <p:cNvPr id="3" name="Footer Placeholder 2"/>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25286478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lvl1pPr>
          </a:lstStyle>
          <a:p>
            <a:pPr lvl="0" algn="l" fontAlgn="base">
              <a:lnSpc>
                <a:spcPct val="85000"/>
              </a:lnSpc>
              <a:spcAft>
                <a:spcPct val="0"/>
              </a:spcAft>
            </a:pPr>
            <a:r>
              <a:rPr lang="en-US"/>
              <a:t>Click to edit Master title style</a:t>
            </a:r>
            <a:endParaRPr lang="en-US" dirty="0"/>
          </a:p>
        </p:txBody>
      </p:sp>
      <p:sp>
        <p:nvSpPr>
          <p:cNvPr id="7"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 name="Date Placeholder 1"/>
          <p:cNvSpPr>
            <a:spLocks noGrp="1"/>
          </p:cNvSpPr>
          <p:nvPr>
            <p:ph type="dt" sz="half" idx="10"/>
          </p:nvPr>
        </p:nvSpPr>
        <p:spPr/>
        <p:txBody>
          <a:bodyPr/>
          <a:lstStyle/>
          <a:p>
            <a:r>
              <a:rPr lang="en-US"/>
              <a:t>1 January 2014</a:t>
            </a:r>
            <a:endParaRPr lang="en-US" dirty="0"/>
          </a:p>
        </p:txBody>
      </p:sp>
      <p:sp>
        <p:nvSpPr>
          <p:cNvPr id="3" name="Footer Placeholder 2"/>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25286478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800" y="6245352"/>
            <a:ext cx="10978515" cy="0"/>
          </a:xfrm>
          <a:prstGeom prst="line">
            <a:avLst/>
          </a:prstGeom>
          <a:noFill/>
          <a:ln w="3175">
            <a:solidFill>
              <a:srgbClr val="808080"/>
            </a:solidFill>
            <a:round/>
            <a:headEnd/>
            <a:tailEnd/>
          </a:ln>
          <a:effectLst/>
        </p:spPr>
        <p:txBody>
          <a:bodyPr wrap="none" anchor="ctr"/>
          <a:lstStyle/>
          <a:p>
            <a:endParaRPr lang="en-US" noProof="0" dirty="0">
              <a:solidFill>
                <a:schemeClr val="bg1"/>
              </a:solidFill>
            </a:endParaRPr>
          </a:p>
        </p:txBody>
      </p:sp>
      <p:sp>
        <p:nvSpPr>
          <p:cNvPr id="2" name="Date Placeholder 1"/>
          <p:cNvSpPr>
            <a:spLocks noGrp="1"/>
          </p:cNvSpPr>
          <p:nvPr>
            <p:ph type="dt" sz="half" idx="10"/>
          </p:nvPr>
        </p:nvSpPr>
        <p:spPr/>
        <p:txBody>
          <a:bodyPr/>
          <a:lstStyle/>
          <a:p>
            <a:r>
              <a:rPr lang="en-US"/>
              <a:t>1 January 2014</a:t>
            </a:r>
            <a:endParaRPr lang="en-US" dirty="0"/>
          </a:p>
        </p:txBody>
      </p:sp>
      <p:sp>
        <p:nvSpPr>
          <p:cNvPr id="3" name="Footer Placeholder 2"/>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33506808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Arial" pitchFamily="34" charset="0"/>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Arial" pitchFamily="34" charset="0"/>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Arial" pitchFamily="34" charset="0"/>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Arial" pitchFamily="34" charset="0"/>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Arial" pitchFamily="34" charset="0"/>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90007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9"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0" name="Title 1"/>
          <p:cNvSpPr>
            <a:spLocks noGrp="1"/>
          </p:cNvSpPr>
          <p:nvPr>
            <p:ph type="ctrTitle"/>
          </p:nvPr>
        </p:nvSpPr>
        <p:spPr>
          <a:xfrm>
            <a:off x="4151376" y="2240280"/>
            <a:ext cx="7223760" cy="860400"/>
          </a:xfrm>
        </p:spPr>
        <p:txBody>
          <a:bodyPr/>
          <a:lstStyle>
            <a:lvl1pPr>
              <a:defRPr>
                <a:solidFill>
                  <a:srgbClr val="404040"/>
                </a:solidFill>
                <a:latin typeface="+mn-lt"/>
                <a:cs typeface="Arial" pitchFamily="34" charset="0"/>
              </a:defRPr>
            </a:lvl1pPr>
          </a:lstStyle>
          <a:p>
            <a:r>
              <a:rPr lang="en-US" dirty="0"/>
              <a:t>Click to edit Master title style</a:t>
            </a:r>
            <a:endParaRPr lang="en-GB" dirty="0"/>
          </a:p>
        </p:txBody>
      </p:sp>
      <p:sp>
        <p:nvSpPr>
          <p:cNvPr id="12"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spTree>
    <p:extLst>
      <p:ext uri="{BB962C8B-B14F-4D97-AF65-F5344CB8AC3E}">
        <p14:creationId xmlns:p14="http://schemas.microsoft.com/office/powerpoint/2010/main" val="36741581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8" name="Freeform 5"/>
          <p:cNvSpPr>
            <a:spLocks noChangeAspect="1"/>
          </p:cNvSpPr>
          <p:nvPr userDrawn="1"/>
        </p:nvSpPr>
        <p:spPr bwMode="gray">
          <a:xfrm rot="10800000">
            <a:off x="4370832" y="457200"/>
            <a:ext cx="7221423" cy="457041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 name="Title 1"/>
          <p:cNvSpPr>
            <a:spLocks noGrp="1"/>
          </p:cNvSpPr>
          <p:nvPr>
            <p:ph type="ctrTitle"/>
          </p:nvPr>
        </p:nvSpPr>
        <p:spPr>
          <a:xfrm>
            <a:off x="4809744" y="1737360"/>
            <a:ext cx="6400800" cy="860400"/>
          </a:xfrm>
        </p:spPr>
        <p:txBody>
          <a:bodyPr/>
          <a:lstStyle>
            <a:lvl1pPr>
              <a:defRPr>
                <a:solidFill>
                  <a:srgbClr val="404040"/>
                </a:solidFill>
                <a:latin typeface="+mn-lt"/>
                <a:cs typeface="Arial" pitchFamily="34" charset="0"/>
              </a:defRPr>
            </a:lvl1pPr>
          </a:lstStyle>
          <a:p>
            <a:r>
              <a:rPr lang="en-US" dirty="0"/>
              <a:t>Click to edit Master title style</a:t>
            </a:r>
            <a:endParaRPr lang="en-GB" dirty="0"/>
          </a:p>
        </p:txBody>
      </p:sp>
      <p:sp>
        <p:nvSpPr>
          <p:cNvPr id="10" name="Subtitle 2"/>
          <p:cNvSpPr>
            <a:spLocks noGrp="1"/>
          </p:cNvSpPr>
          <p:nvPr>
            <p:ph type="subTitle" idx="1"/>
          </p:nvPr>
        </p:nvSpPr>
        <p:spPr>
          <a:xfrm>
            <a:off x="4809744" y="2724912"/>
            <a:ext cx="640080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spTree>
    <p:extLst>
      <p:ext uri="{BB962C8B-B14F-4D97-AF65-F5344CB8AC3E}">
        <p14:creationId xmlns:p14="http://schemas.microsoft.com/office/powerpoint/2010/main" val="21391080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Approved question w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615950"/>
            <a:ext cx="7731125" cy="3575050"/>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pic>
        <p:nvPicPr>
          <p:cNvPr id="18" name="Picture 1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83065" y="5340096"/>
            <a:ext cx="987552" cy="1156968"/>
          </a:xfrm>
          <a:prstGeom prst="rect">
            <a:avLst/>
          </a:prstGeom>
        </p:spPr>
      </p:pic>
      <p:sp>
        <p:nvSpPr>
          <p:cNvPr id="19" name="Title 1"/>
          <p:cNvSpPr>
            <a:spLocks noGrp="1"/>
          </p:cNvSpPr>
          <p:nvPr>
            <p:ph type="ctrTitle"/>
          </p:nvPr>
        </p:nvSpPr>
        <p:spPr>
          <a:xfrm>
            <a:off x="1005840" y="2240280"/>
            <a:ext cx="6879463" cy="860400"/>
          </a:xfrm>
          <a:prstGeom prst="rect">
            <a:avLst/>
          </a:prstGeom>
        </p:spPr>
        <p:txBody>
          <a:bodyPr/>
          <a:lstStyle>
            <a:lvl1pPr>
              <a:defRPr>
                <a:solidFill>
                  <a:srgbClr val="404040"/>
                </a:solidFill>
                <a:latin typeface="+mn-lt"/>
                <a:cs typeface="Arial" pitchFamily="34" charset="0"/>
              </a:defRPr>
            </a:lvl1pPr>
          </a:lstStyle>
          <a:p>
            <a:r>
              <a:rPr lang="en-US" dirty="0"/>
              <a:t>Click to edit Master title style</a:t>
            </a:r>
            <a:endParaRPr lang="en-GB" dirty="0"/>
          </a:p>
        </p:txBody>
      </p:sp>
      <p:sp>
        <p:nvSpPr>
          <p:cNvPr id="20" name="Subtitle 2"/>
          <p:cNvSpPr>
            <a:spLocks noGrp="1"/>
          </p:cNvSpPr>
          <p:nvPr>
            <p:ph type="subTitle" idx="1"/>
          </p:nvPr>
        </p:nvSpPr>
        <p:spPr>
          <a:xfrm>
            <a:off x="1005840" y="3218688"/>
            <a:ext cx="6879463"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1"/>
            <a:r>
              <a:rPr lang="en-US" dirty="0"/>
              <a:t>Click to edit Master subtitle style</a:t>
            </a:r>
            <a:endParaRPr lang="en-GB" dirty="0"/>
          </a:p>
        </p:txBody>
      </p:sp>
    </p:spTree>
    <p:extLst>
      <p:ext uri="{BB962C8B-B14F-4D97-AF65-F5344CB8AC3E}">
        <p14:creationId xmlns:p14="http://schemas.microsoft.com/office/powerpoint/2010/main" val="29295070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Approved question tall">
    <p:spTree>
      <p:nvGrpSpPr>
        <p:cNvPr id="1" name=""/>
        <p:cNvGrpSpPr/>
        <p:nvPr/>
      </p:nvGrpSpPr>
      <p:grpSpPr>
        <a:xfrm>
          <a:off x="0" y="0"/>
          <a:ext cx="0" cy="0"/>
          <a:chOff x="0" y="0"/>
          <a:chExt cx="0" cy="0"/>
        </a:xfrm>
      </p:grpSpPr>
      <p:pic>
        <p:nvPicPr>
          <p:cNvPr id="22" name="Picture 2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3503" y="384047"/>
            <a:ext cx="5413248" cy="4572744"/>
          </a:xfrm>
          <a:prstGeom prst="rect">
            <a:avLst/>
          </a:prstGeom>
        </p:spPr>
      </p:pic>
      <p:pic>
        <p:nvPicPr>
          <p:cNvPr id="18" name="Picture 1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pic>
        <p:nvPicPr>
          <p:cNvPr id="19" name="Picture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83065" y="5340096"/>
            <a:ext cx="987552" cy="1156968"/>
          </a:xfrm>
          <a:prstGeom prst="rect">
            <a:avLst/>
          </a:prstGeom>
        </p:spPr>
      </p:pic>
      <p:sp>
        <p:nvSpPr>
          <p:cNvPr id="20" name="Title 1"/>
          <p:cNvSpPr>
            <a:spLocks noGrp="1"/>
          </p:cNvSpPr>
          <p:nvPr>
            <p:ph type="ctrTitle"/>
          </p:nvPr>
        </p:nvSpPr>
        <p:spPr>
          <a:xfrm>
            <a:off x="996696" y="1691640"/>
            <a:ext cx="4597400" cy="860400"/>
          </a:xfrm>
          <a:prstGeom prst="rect">
            <a:avLst/>
          </a:prstGeom>
        </p:spPr>
        <p:txBody>
          <a:bodyPr/>
          <a:lstStyle>
            <a:lvl1pPr>
              <a:defRPr>
                <a:solidFill>
                  <a:srgbClr val="404040"/>
                </a:solidFill>
                <a:latin typeface="+mn-lt"/>
                <a:cs typeface="Arial" pitchFamily="34" charset="0"/>
              </a:defRPr>
            </a:lvl1pPr>
          </a:lstStyle>
          <a:p>
            <a:r>
              <a:rPr lang="en-US" dirty="0"/>
              <a:t>Click to edit Master title style</a:t>
            </a:r>
            <a:endParaRPr lang="en-GB" dirty="0"/>
          </a:p>
        </p:txBody>
      </p:sp>
      <p:sp>
        <p:nvSpPr>
          <p:cNvPr id="21" name="Subtitle 2"/>
          <p:cNvSpPr>
            <a:spLocks noGrp="1"/>
          </p:cNvSpPr>
          <p:nvPr>
            <p:ph type="subTitle" idx="1"/>
          </p:nvPr>
        </p:nvSpPr>
        <p:spPr>
          <a:xfrm>
            <a:off x="996696" y="2660904"/>
            <a:ext cx="4597400" cy="645742"/>
          </a:xfrm>
          <a:prstGeom prst="rect">
            <a:avLst/>
          </a:prstGeo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spTree>
    <p:extLst>
      <p:ext uri="{BB962C8B-B14F-4D97-AF65-F5344CB8AC3E}">
        <p14:creationId xmlns:p14="http://schemas.microsoft.com/office/powerpoint/2010/main" val="17521231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Cover with beam (legacy)">
    <p:spTree>
      <p:nvGrpSpPr>
        <p:cNvPr id="1" name=""/>
        <p:cNvGrpSpPr/>
        <p:nvPr/>
      </p:nvGrpSpPr>
      <p:grpSpPr>
        <a:xfrm>
          <a:off x="0" y="0"/>
          <a:ext cx="0" cy="0"/>
          <a:chOff x="0" y="0"/>
          <a:chExt cx="0" cy="0"/>
        </a:xfrm>
      </p:grpSpPr>
      <p:grpSp>
        <p:nvGrpSpPr>
          <p:cNvPr id="10" name="Group 9"/>
          <p:cNvGrpSpPr/>
          <p:nvPr userDrawn="1"/>
        </p:nvGrpSpPr>
        <p:grpSpPr>
          <a:xfrm>
            <a:off x="0" y="1628775"/>
            <a:ext cx="12198350" cy="4469625"/>
            <a:chOff x="0" y="1628775"/>
            <a:chExt cx="12198350" cy="4469625"/>
          </a:xfrm>
        </p:grpSpPr>
        <p:sp>
          <p:nvSpPr>
            <p:cNvPr id="12" name="Freeform 8"/>
            <p:cNvSpPr>
              <a:spLocks/>
            </p:cNvSpPr>
            <p:nvPr userDrawn="1"/>
          </p:nvSpPr>
          <p:spPr bwMode="gray">
            <a:xfrm>
              <a:off x="3072661"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pic>
          <p:nvPicPr>
            <p:cNvPr id="14" name="Picture 2"/>
            <p:cNvPicPr>
              <a:picLocks noChangeAspect="1" noChangeArrowheads="1"/>
            </p:cNvPicPr>
            <p:nvPr userDrawn="1"/>
          </p:nvPicPr>
          <p:blipFill>
            <a:blip r:embed="rId2" cstate="print"/>
            <a:srcRect/>
            <a:stretch>
              <a:fillRect/>
            </a:stretch>
          </p:blipFill>
          <p:spPr bwMode="auto">
            <a:xfrm>
              <a:off x="0" y="4291200"/>
              <a:ext cx="3078523" cy="1807200"/>
            </a:xfrm>
            <a:prstGeom prst="rect">
              <a:avLst/>
            </a:prstGeom>
            <a:noFill/>
            <a:ln w="9525">
              <a:noFill/>
              <a:miter lim="800000"/>
              <a:headEnd/>
              <a:tailEnd/>
            </a:ln>
            <a:effectLst/>
          </p:spPr>
        </p:pic>
      </p:grpSp>
      <p:sp>
        <p:nvSpPr>
          <p:cNvPr id="8" name="Title 1"/>
          <p:cNvSpPr>
            <a:spLocks noGrp="1"/>
          </p:cNvSpPr>
          <p:nvPr>
            <p:ph type="ctrTitle"/>
          </p:nvPr>
        </p:nvSpPr>
        <p:spPr>
          <a:xfrm>
            <a:off x="3081528" y="777600"/>
            <a:ext cx="8509385" cy="860400"/>
          </a:xfrm>
        </p:spPr>
        <p:txBody>
          <a:bodyPr/>
          <a:lstStyle>
            <a:lvl1pPr>
              <a:defRPr>
                <a:solidFill>
                  <a:schemeClr val="bg1"/>
                </a:solidFill>
              </a:defRPr>
            </a:lvl1pPr>
          </a:lstStyle>
          <a:p>
            <a:r>
              <a:rPr lang="en-US" dirty="0"/>
              <a:t>Click to edit Master title style</a:t>
            </a:r>
            <a:endParaRPr lang="en-GB" dirty="0"/>
          </a:p>
        </p:txBody>
      </p:sp>
      <p:sp>
        <p:nvSpPr>
          <p:cNvPr id="9" name="Subtitle 2"/>
          <p:cNvSpPr>
            <a:spLocks noGrp="1"/>
          </p:cNvSpPr>
          <p:nvPr>
            <p:ph type="subTitle" idx="1"/>
          </p:nvPr>
        </p:nvSpPr>
        <p:spPr>
          <a:xfrm>
            <a:off x="3081528" y="1731938"/>
            <a:ext cx="6222953" cy="968400"/>
          </a:xfrm>
        </p:spPr>
        <p:txBody>
          <a:bodyPr/>
          <a:lstStyle>
            <a:lvl1pPr marL="0" indent="0" algn="l">
              <a:buNone/>
              <a:defRPr sz="2000">
                <a:solidFill>
                  <a:schemeClr val="bg1"/>
                </a:solidFill>
              </a:defRPr>
            </a:lvl1pPr>
            <a:lvl2pPr marL="0" indent="0" algn="l">
              <a:buNone/>
              <a:defRPr sz="16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81528" y="5751576"/>
            <a:ext cx="989153" cy="749808"/>
          </a:xfrm>
          <a:prstGeom prst="rect">
            <a:avLst/>
          </a:prstGeom>
        </p:spPr>
      </p:pic>
    </p:spTree>
    <p:extLst>
      <p:ext uri="{BB962C8B-B14F-4D97-AF65-F5344CB8AC3E}">
        <p14:creationId xmlns:p14="http://schemas.microsoft.com/office/powerpoint/2010/main" val="19810458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andard slide">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4" name="Title 3"/>
          <p:cNvSpPr>
            <a:spLocks noGrp="1"/>
          </p:cNvSpPr>
          <p:nvPr>
            <p:ph type="title"/>
          </p:nvPr>
        </p:nvSpPr>
        <p:spPr/>
        <p:txBody>
          <a:bodyPr/>
          <a:lstStyle/>
          <a:p>
            <a:r>
              <a:rPr lang="en-US" dirty="0"/>
              <a:t>Click to edit Master title style</a:t>
            </a:r>
          </a:p>
        </p:txBody>
      </p:sp>
      <p:sp>
        <p:nvSpPr>
          <p:cNvPr id="5" name="Date Placeholder 4"/>
          <p:cNvSpPr>
            <a:spLocks noGrp="1"/>
          </p:cNvSpPr>
          <p:nvPr>
            <p:ph type="dt" sz="half" idx="10"/>
          </p:nvPr>
        </p:nvSpPr>
        <p:spPr/>
        <p:txBody>
          <a:bodyPr/>
          <a:lstStyle/>
          <a:p>
            <a:r>
              <a:rPr lang="en-US"/>
              <a:t>1 January 2014</a:t>
            </a:r>
            <a:endParaRPr lang="en-US" dirty="0"/>
          </a:p>
        </p:txBody>
      </p:sp>
      <p:sp>
        <p:nvSpPr>
          <p:cNvPr id="6" name="Footer Placeholder 5"/>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568748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4" name="Date Placeholder 3"/>
          <p:cNvSpPr>
            <a:spLocks noGrp="1"/>
          </p:cNvSpPr>
          <p:nvPr>
            <p:ph type="dt" sz="half" idx="10"/>
          </p:nvPr>
        </p:nvSpPr>
        <p:spPr/>
        <p:txBody>
          <a:bodyPr/>
          <a:lstStyle/>
          <a:p>
            <a:r>
              <a:rPr lang="en-US"/>
              <a:t>1 January 2014</a:t>
            </a:r>
            <a:endParaRPr lang="en-US" dirty="0"/>
          </a:p>
        </p:txBody>
      </p:sp>
      <p:sp>
        <p:nvSpPr>
          <p:cNvPr id="6" name="Footer Placeholder 5"/>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11665512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4" name="Date Placeholder 3"/>
          <p:cNvSpPr>
            <a:spLocks noGrp="1"/>
          </p:cNvSpPr>
          <p:nvPr>
            <p:ph type="dt" sz="half" idx="10"/>
          </p:nvPr>
        </p:nvSpPr>
        <p:spPr/>
        <p:txBody>
          <a:bodyPr/>
          <a:lstStyle/>
          <a:p>
            <a:r>
              <a:rPr lang="en-US"/>
              <a:t>1 January 2014</a:t>
            </a:r>
            <a:endParaRPr lang="en-US" dirty="0"/>
          </a:p>
        </p:txBody>
      </p:sp>
      <p:sp>
        <p:nvSpPr>
          <p:cNvPr id="6" name="Footer Placeholder 5"/>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39193151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6" name="Date Placeholder 5"/>
          <p:cNvSpPr>
            <a:spLocks noGrp="1"/>
          </p:cNvSpPr>
          <p:nvPr>
            <p:ph type="dt" sz="half" idx="10"/>
          </p:nvPr>
        </p:nvSpPr>
        <p:spPr/>
        <p:txBody>
          <a:bodyPr/>
          <a:lstStyle/>
          <a:p>
            <a:r>
              <a:rPr lang="en-US"/>
              <a:t>1 January 2014</a:t>
            </a:r>
            <a:endParaRPr lang="en-US" dirty="0"/>
          </a:p>
        </p:txBody>
      </p:sp>
      <p:sp>
        <p:nvSpPr>
          <p:cNvPr id="9" name="Footer Placeholder 8"/>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7693358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6" name="Date Placeholder 5"/>
          <p:cNvSpPr>
            <a:spLocks noGrp="1"/>
          </p:cNvSpPr>
          <p:nvPr>
            <p:ph type="dt" sz="half" idx="10"/>
          </p:nvPr>
        </p:nvSpPr>
        <p:spPr/>
        <p:txBody>
          <a:bodyPr/>
          <a:lstStyle/>
          <a:p>
            <a:r>
              <a:rPr lang="en-US"/>
              <a:t>1 January 2014</a:t>
            </a:r>
            <a:endParaRPr lang="en-US" dirty="0"/>
          </a:p>
        </p:txBody>
      </p:sp>
      <p:sp>
        <p:nvSpPr>
          <p:cNvPr id="9" name="Footer Placeholder 8"/>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24204050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3" name="Content Placeholder 2"/>
          <p:cNvSpPr>
            <a:spLocks noGrp="1"/>
          </p:cNvSpPr>
          <p:nvPr>
            <p:ph sz="half" idx="1"/>
          </p:nvPr>
        </p:nvSpPr>
        <p:spPr>
          <a:xfrm>
            <a:off x="609917"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200828"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2"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9" name="Date Placeholder 8"/>
          <p:cNvSpPr>
            <a:spLocks noGrp="1"/>
          </p:cNvSpPr>
          <p:nvPr>
            <p:ph type="dt" sz="half" idx="10"/>
          </p:nvPr>
        </p:nvSpPr>
        <p:spPr/>
        <p:txBody>
          <a:bodyPr/>
          <a:lstStyle/>
          <a:p>
            <a:r>
              <a:rPr lang="en-US"/>
              <a:t>1 January 2014</a:t>
            </a:r>
            <a:endParaRPr lang="en-US" dirty="0"/>
          </a:p>
        </p:txBody>
      </p:sp>
      <p:sp>
        <p:nvSpPr>
          <p:cNvPr id="10" name="Footer Placeholder 9"/>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16146428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2" name="Date Placeholder 11"/>
          <p:cNvSpPr>
            <a:spLocks noGrp="1"/>
          </p:cNvSpPr>
          <p:nvPr>
            <p:ph type="dt" sz="half" idx="14"/>
          </p:nvPr>
        </p:nvSpPr>
        <p:spPr/>
        <p:txBody>
          <a:bodyPr/>
          <a:lstStyle/>
          <a:p>
            <a:r>
              <a:rPr lang="en-US"/>
              <a:t>1 January 2014</a:t>
            </a:r>
            <a:endParaRPr lang="en-US" dirty="0"/>
          </a:p>
        </p:txBody>
      </p:sp>
      <p:sp>
        <p:nvSpPr>
          <p:cNvPr id="13" name="Footer Placeholder 12"/>
          <p:cNvSpPr>
            <a:spLocks noGrp="1"/>
          </p:cNvSpPr>
          <p:nvPr>
            <p:ph type="ftr" sz="quarter" idx="15"/>
          </p:nvPr>
        </p:nvSpPr>
        <p:spPr/>
        <p:txBody>
          <a:bodyPr/>
          <a:lstStyle/>
          <a:p>
            <a:r>
              <a:rPr lang="en-GB"/>
              <a:t>Presentation title</a:t>
            </a:r>
            <a:endParaRPr lang="en-GB" dirty="0"/>
          </a:p>
        </p:txBody>
      </p:sp>
      <p:sp>
        <p:nvSpPr>
          <p:cNvPr id="14" name="Content Placeholder 2"/>
          <p:cNvSpPr>
            <a:spLocks noGrp="1"/>
          </p:cNvSpPr>
          <p:nvPr>
            <p:ph sz="half" idx="1"/>
          </p:nvPr>
        </p:nvSpPr>
        <p:spPr>
          <a:xfrm>
            <a:off x="612648" y="2130551"/>
            <a:ext cx="5393208" cy="3995928"/>
          </a:xfrm>
        </p:spPr>
        <p:txBody>
          <a:bodyPr/>
          <a:lstStyle>
            <a:lvl1pPr>
              <a:defRPr sz="2400"/>
            </a:lvl1pPr>
            <a:lvl2pPr>
              <a:defRPr sz="2400"/>
            </a:lvl2pPr>
            <a:lvl3pPr marL="1081088" indent="-357188">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5" name="Content Placeholder 3"/>
          <p:cNvSpPr>
            <a:spLocks noGrp="1"/>
          </p:cNvSpPr>
          <p:nvPr>
            <p:ph sz="half" idx="2"/>
          </p:nvPr>
        </p:nvSpPr>
        <p:spPr>
          <a:xfrm>
            <a:off x="6199632" y="2130551"/>
            <a:ext cx="5393208" cy="3995928"/>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6" name="Text Placeholder 9"/>
          <p:cNvSpPr>
            <a:spLocks noGrp="1"/>
          </p:cNvSpPr>
          <p:nvPr>
            <p:ph type="body" sz="quarter" idx="12"/>
          </p:nvPr>
        </p:nvSpPr>
        <p:spPr>
          <a:xfrm>
            <a:off x="612648" y="1427144"/>
            <a:ext cx="5393208" cy="640800"/>
          </a:xfrm>
        </p:spPr>
        <p:txBody>
          <a:bodyPr anchor="t" anchorCtr="0"/>
          <a:lstStyle>
            <a:lvl1pPr>
              <a:buNone/>
              <a:defRPr b="1"/>
            </a:lvl1pPr>
          </a:lstStyle>
          <a:p>
            <a:pPr lvl="0"/>
            <a:r>
              <a:rPr lang="en-US" dirty="0"/>
              <a:t>Click to edit Master text styles</a:t>
            </a:r>
          </a:p>
        </p:txBody>
      </p:sp>
      <p:sp>
        <p:nvSpPr>
          <p:cNvPr id="17" name="Text Placeholder 9"/>
          <p:cNvSpPr>
            <a:spLocks noGrp="1"/>
          </p:cNvSpPr>
          <p:nvPr>
            <p:ph type="body" sz="quarter" idx="13"/>
          </p:nvPr>
        </p:nvSpPr>
        <p:spPr>
          <a:xfrm>
            <a:off x="6199632" y="1427144"/>
            <a:ext cx="5393208" cy="640800"/>
          </a:xfrm>
        </p:spPr>
        <p:txBody>
          <a:bodyPr anchor="t" anchorCtr="0"/>
          <a:lstStyle>
            <a:lvl1pPr>
              <a:buNone/>
              <a:defRPr b="1"/>
            </a:lvl1pPr>
          </a:lstStyle>
          <a:p>
            <a:pPr lvl="0"/>
            <a:r>
              <a:rPr lang="en-US" dirty="0"/>
              <a:t>Click to edit Master text styles</a:t>
            </a:r>
          </a:p>
        </p:txBody>
      </p:sp>
      <p:sp>
        <p:nvSpPr>
          <p:cNvPr id="1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latin typeface="+mn-lt"/>
            </a:endParaRPr>
          </a:p>
        </p:txBody>
      </p:sp>
    </p:spTree>
    <p:extLst>
      <p:ext uri="{BB962C8B-B14F-4D97-AF65-F5344CB8AC3E}">
        <p14:creationId xmlns:p14="http://schemas.microsoft.com/office/powerpoint/2010/main" val="18758792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mn-lt"/>
              </a:defRPr>
            </a:lvl1pPr>
            <a:lvl2pPr marL="0" indent="0">
              <a:buNone/>
              <a:defRPr/>
            </a:lvl2pPr>
            <a:lvl3pPr marL="0" indent="0">
              <a:buNone/>
              <a:defRPr/>
            </a:lvl3pPr>
            <a:lvl4pPr marL="0" indent="0">
              <a:buNone/>
              <a:defRPr/>
            </a:lvl4pPr>
            <a:lvl5pPr marL="0" indent="0">
              <a:buNone/>
              <a:defRPr/>
            </a:lvl5pPr>
          </a:lstStyle>
          <a:p>
            <a:pPr lvl="0"/>
            <a:r>
              <a:rPr lang="en-US"/>
              <a:t>Click to edit Master text styles</a:t>
            </a:r>
          </a:p>
        </p:txBody>
      </p:sp>
      <p:sp>
        <p:nvSpPr>
          <p:cNvPr id="5"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latin typeface="+mn-lt"/>
            </a:endParaRPr>
          </a:p>
        </p:txBody>
      </p:sp>
      <p:sp>
        <p:nvSpPr>
          <p:cNvPr id="6" name="Date Placeholder 5"/>
          <p:cNvSpPr>
            <a:spLocks noGrp="1"/>
          </p:cNvSpPr>
          <p:nvPr>
            <p:ph type="dt" sz="half" idx="12"/>
          </p:nvPr>
        </p:nvSpPr>
        <p:spPr/>
        <p:txBody>
          <a:bodyPr/>
          <a:lstStyle/>
          <a:p>
            <a:r>
              <a:rPr lang="en-US"/>
              <a:t>1 January 2014</a:t>
            </a:r>
            <a:endParaRPr lang="en-US" dirty="0"/>
          </a:p>
        </p:txBody>
      </p:sp>
      <p:sp>
        <p:nvSpPr>
          <p:cNvPr id="7" name="Footer Placeholder 6"/>
          <p:cNvSpPr>
            <a:spLocks noGrp="1"/>
          </p:cNvSpPr>
          <p:nvPr>
            <p:ph type="ftr" sz="quarter" idx="13"/>
          </p:nvPr>
        </p:nvSpPr>
        <p:spPr/>
        <p:txBody>
          <a:bodyPr/>
          <a:lstStyle/>
          <a:p>
            <a:r>
              <a:rPr lang="en-GB"/>
              <a:t>Presentation title</a:t>
            </a:r>
            <a:endParaRPr lang="en-GB" dirty="0"/>
          </a:p>
        </p:txBody>
      </p:sp>
    </p:spTree>
    <p:extLst>
      <p:ext uri="{BB962C8B-B14F-4D97-AF65-F5344CB8AC3E}">
        <p14:creationId xmlns:p14="http://schemas.microsoft.com/office/powerpoint/2010/main" val="26156250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dirty="0"/>
              <a:t>Click to edit Master title style</a:t>
            </a:r>
          </a:p>
        </p:txBody>
      </p:sp>
      <p:sp>
        <p:nvSpPr>
          <p:cNvPr id="6"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endParaRPr lang="en-US" dirty="0"/>
          </a:p>
        </p:txBody>
      </p:sp>
      <p:sp>
        <p:nvSpPr>
          <p:cNvPr id="7" name="Footer Placeholder 6"/>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20448329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dirty="0"/>
              <a:t>Click to edit Master title style</a:t>
            </a:r>
          </a:p>
        </p:txBody>
      </p:sp>
      <p:sp>
        <p:nvSpPr>
          <p:cNvPr id="6" name="Freeform 5"/>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endParaRPr lang="en-US" dirty="0"/>
          </a:p>
        </p:txBody>
      </p:sp>
      <p:sp>
        <p:nvSpPr>
          <p:cNvPr id="7" name="Footer Placeholder 6"/>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39308065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dirty="0"/>
              <a:t>Click to edit Master title style</a:t>
            </a:r>
          </a:p>
        </p:txBody>
      </p:sp>
      <p:sp>
        <p:nvSpPr>
          <p:cNvPr id="5" name="Freeform 4"/>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endParaRPr lang="en-US" dirty="0"/>
          </a:p>
        </p:txBody>
      </p:sp>
      <p:sp>
        <p:nvSpPr>
          <p:cNvPr id="7" name="Footer Placeholder 6"/>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39308065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1 January 2014</a:t>
            </a:r>
            <a:endParaRPr lang="en-US" dirty="0"/>
          </a:p>
        </p:txBody>
      </p:sp>
      <p:sp>
        <p:nvSpPr>
          <p:cNvPr id="5" name="Footer Placeholder 4"/>
          <p:cNvSpPr>
            <a:spLocks noGrp="1"/>
          </p:cNvSpPr>
          <p:nvPr>
            <p:ph type="ftr" sz="quarter" idx="11"/>
          </p:nvPr>
        </p:nvSpPr>
        <p:spPr/>
        <p:txBody>
          <a:bodyPr/>
          <a:lstStyle/>
          <a:p>
            <a:r>
              <a:rPr lang="en-GB"/>
              <a:t>Presentation title</a:t>
            </a:r>
            <a:endParaRPr lang="en-GB" dirty="0"/>
          </a:p>
        </p:txBody>
      </p:sp>
      <p:sp>
        <p:nvSpPr>
          <p:cNvPr id="6"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166112614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mn-lt"/>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mn-lt"/>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mn-lt"/>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mn-lt"/>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mn-lt"/>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4193976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80372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
        <p:nvSpPr>
          <p:cNvPr id="6"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1" name="Title 1"/>
          <p:cNvSpPr>
            <a:spLocks noGrp="1"/>
          </p:cNvSpPr>
          <p:nvPr>
            <p:ph type="ctrTitle"/>
          </p:nvPr>
        </p:nvSpPr>
        <p:spPr>
          <a:xfrm>
            <a:off x="4151376" y="2240280"/>
            <a:ext cx="7223760" cy="860400"/>
          </a:xfrm>
        </p:spPr>
        <p:txBody>
          <a:bodyPr/>
          <a:lstStyle>
            <a:lvl1pPr>
              <a:defRPr>
                <a:solidFill>
                  <a:srgbClr val="404040"/>
                </a:solidFill>
                <a:latin typeface="+mn-lt"/>
                <a:cs typeface="Arial" pitchFamily="34" charset="0"/>
              </a:defRPr>
            </a:lvl1pPr>
          </a:lstStyle>
          <a:p>
            <a:r>
              <a:rPr lang="en-US" dirty="0"/>
              <a:t>Click to edit Master title style</a:t>
            </a:r>
            <a:endParaRPr lang="en-GB" dirty="0"/>
          </a:p>
        </p:txBody>
      </p:sp>
      <p:sp>
        <p:nvSpPr>
          <p:cNvPr id="12"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Approved question w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2648" y="612648"/>
            <a:ext cx="7731674" cy="3575304"/>
          </a:xfrm>
          <a:prstGeom prst="rect">
            <a:avLst/>
          </a:prstGeom>
        </p:spPr>
      </p:pic>
      <p:pic>
        <p:nvPicPr>
          <p:cNvPr id="14" name="Picture 1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sp>
        <p:nvSpPr>
          <p:cNvPr id="18" name="Title 1"/>
          <p:cNvSpPr>
            <a:spLocks noGrp="1"/>
          </p:cNvSpPr>
          <p:nvPr>
            <p:ph type="ctrTitle"/>
          </p:nvPr>
        </p:nvSpPr>
        <p:spPr>
          <a:xfrm>
            <a:off x="1005840" y="2240280"/>
            <a:ext cx="6879463" cy="860400"/>
          </a:xfrm>
          <a:prstGeom prst="rect">
            <a:avLst/>
          </a:prstGeom>
        </p:spPr>
        <p:txBody>
          <a:bodyPr/>
          <a:lstStyle>
            <a:lvl1pPr>
              <a:defRPr>
                <a:solidFill>
                  <a:srgbClr val="FFFFFF"/>
                </a:solidFill>
                <a:latin typeface="+mn-lt"/>
                <a:cs typeface="Arial" pitchFamily="34" charset="0"/>
              </a:defRPr>
            </a:lvl1pPr>
          </a:lstStyle>
          <a:p>
            <a:r>
              <a:rPr lang="en-US" dirty="0"/>
              <a:t>Click to edit Master title style</a:t>
            </a:r>
            <a:endParaRPr lang="en-GB" dirty="0"/>
          </a:p>
        </p:txBody>
      </p:sp>
      <p:sp>
        <p:nvSpPr>
          <p:cNvPr id="19" name="Subtitle 2"/>
          <p:cNvSpPr>
            <a:spLocks noGrp="1"/>
          </p:cNvSpPr>
          <p:nvPr>
            <p:ph type="subTitle" idx="1"/>
          </p:nvPr>
        </p:nvSpPr>
        <p:spPr>
          <a:xfrm>
            <a:off x="1005840" y="3218688"/>
            <a:ext cx="6879463" cy="645742"/>
          </a:xfrm>
          <a:prstGeom prst="rect">
            <a:avLst/>
          </a:prstGeom>
        </p:spPr>
        <p:txBody>
          <a:bodyPr/>
          <a:lstStyle>
            <a:lvl1pPr marL="0" indent="0" algn="l">
              <a:buNone/>
              <a:defRPr sz="2000">
                <a:solidFill>
                  <a:srgbClr val="FFFFFF"/>
                </a:solidFill>
                <a:latin typeface="+mn-lt"/>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pic>
        <p:nvPicPr>
          <p:cNvPr id="20" name="Picture 1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extLst>
      <p:ext uri="{BB962C8B-B14F-4D97-AF65-F5344CB8AC3E}">
        <p14:creationId xmlns:p14="http://schemas.microsoft.com/office/powerpoint/2010/main" val="29295070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Approved question tall">
    <p:spTree>
      <p:nvGrpSpPr>
        <p:cNvPr id="1" name=""/>
        <p:cNvGrpSpPr/>
        <p:nvPr/>
      </p:nvGrpSpPr>
      <p:grpSpPr>
        <a:xfrm>
          <a:off x="0" y="0"/>
          <a:ext cx="0" cy="0"/>
          <a:chOff x="0" y="0"/>
          <a:chExt cx="0" cy="0"/>
        </a:xfrm>
      </p:grpSpPr>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pic>
        <p:nvPicPr>
          <p:cNvPr id="14" name="Picture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4838" y="385087"/>
            <a:ext cx="5413375" cy="4572000"/>
          </a:xfrm>
          <a:prstGeom prst="rect">
            <a:avLst/>
          </a:prstGeom>
        </p:spPr>
      </p:pic>
      <p:sp>
        <p:nvSpPr>
          <p:cNvPr id="21" name="Title 1"/>
          <p:cNvSpPr>
            <a:spLocks noGrp="1"/>
          </p:cNvSpPr>
          <p:nvPr>
            <p:ph type="ctrTitle"/>
          </p:nvPr>
        </p:nvSpPr>
        <p:spPr>
          <a:xfrm>
            <a:off x="996696" y="1691640"/>
            <a:ext cx="4597400" cy="860400"/>
          </a:xfrm>
          <a:prstGeom prst="rect">
            <a:avLst/>
          </a:prstGeom>
        </p:spPr>
        <p:txBody>
          <a:bodyPr/>
          <a:lstStyle>
            <a:lvl1pPr>
              <a:defRPr>
                <a:solidFill>
                  <a:srgbClr val="FFFFFF"/>
                </a:solidFill>
                <a:latin typeface="+mn-lt"/>
                <a:cs typeface="Arial" pitchFamily="34" charset="0"/>
              </a:defRPr>
            </a:lvl1pPr>
          </a:lstStyle>
          <a:p>
            <a:r>
              <a:rPr lang="en-US" dirty="0"/>
              <a:t>Click to edit Master title style</a:t>
            </a:r>
            <a:endParaRPr lang="en-GB" dirty="0"/>
          </a:p>
        </p:txBody>
      </p:sp>
      <p:sp>
        <p:nvSpPr>
          <p:cNvPr id="22" name="Subtitle 2"/>
          <p:cNvSpPr>
            <a:spLocks noGrp="1"/>
          </p:cNvSpPr>
          <p:nvPr>
            <p:ph type="subTitle" idx="1"/>
          </p:nvPr>
        </p:nvSpPr>
        <p:spPr>
          <a:xfrm>
            <a:off x="996696" y="2660904"/>
            <a:ext cx="4597400" cy="645742"/>
          </a:xfrm>
          <a:prstGeom prst="rect">
            <a:avLst/>
          </a:prstGeom>
        </p:spPr>
        <p:txBody>
          <a:bodyPr/>
          <a:lstStyle>
            <a:lvl1pPr marL="0" indent="0" algn="l">
              <a:buNone/>
              <a:defRPr sz="2000">
                <a:solidFill>
                  <a:srgbClr val="FFFFFF"/>
                </a:solidFill>
                <a:latin typeface="+mn-lt"/>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pic>
        <p:nvPicPr>
          <p:cNvPr id="23" name="Picture 2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extLst>
      <p:ext uri="{BB962C8B-B14F-4D97-AF65-F5344CB8AC3E}">
        <p14:creationId xmlns:p14="http://schemas.microsoft.com/office/powerpoint/2010/main" val="175212317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Cover with beam (legacy)">
    <p:spTree>
      <p:nvGrpSpPr>
        <p:cNvPr id="1" name=""/>
        <p:cNvGrpSpPr/>
        <p:nvPr/>
      </p:nvGrpSpPr>
      <p:grpSpPr>
        <a:xfrm>
          <a:off x="0" y="0"/>
          <a:ext cx="0" cy="0"/>
          <a:chOff x="0" y="0"/>
          <a:chExt cx="0" cy="0"/>
        </a:xfrm>
      </p:grpSpPr>
      <p:grpSp>
        <p:nvGrpSpPr>
          <p:cNvPr id="11" name="Group 10"/>
          <p:cNvGrpSpPr/>
          <p:nvPr userDrawn="1"/>
        </p:nvGrpSpPr>
        <p:grpSpPr>
          <a:xfrm>
            <a:off x="0" y="1628775"/>
            <a:ext cx="12208264" cy="4475445"/>
            <a:chOff x="0" y="1628775"/>
            <a:chExt cx="12208264" cy="4475445"/>
          </a:xfrm>
        </p:grpSpPr>
        <p:pic>
          <p:nvPicPr>
            <p:cNvPr id="13" name="Picture 2"/>
            <p:cNvPicPr>
              <a:picLocks noChangeAspect="1" noChangeArrowheads="1"/>
            </p:cNvPicPr>
            <p:nvPr userDrawn="1"/>
          </p:nvPicPr>
          <p:blipFill>
            <a:blip r:embed="rId2" cstate="print"/>
            <a:srcRect/>
            <a:stretch>
              <a:fillRect/>
            </a:stretch>
          </p:blipFill>
          <p:spPr bwMode="black">
            <a:xfrm>
              <a:off x="0" y="4291200"/>
              <a:ext cx="3088437" cy="1813020"/>
            </a:xfrm>
            <a:prstGeom prst="rect">
              <a:avLst/>
            </a:prstGeom>
            <a:noFill/>
            <a:ln w="9525">
              <a:noFill/>
              <a:miter lim="800000"/>
              <a:headEnd/>
              <a:tailEnd/>
            </a:ln>
            <a:effectLst/>
          </p:spPr>
        </p:pic>
        <p:sp>
          <p:nvSpPr>
            <p:cNvPr id="16" name="Freeform 8"/>
            <p:cNvSpPr>
              <a:spLocks/>
            </p:cNvSpPr>
            <p:nvPr userDrawn="1"/>
          </p:nvSpPr>
          <p:spPr bwMode="gray">
            <a:xfrm>
              <a:off x="3082575"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grpSp>
      <p:sp>
        <p:nvSpPr>
          <p:cNvPr id="8" name="Title 1"/>
          <p:cNvSpPr>
            <a:spLocks noGrp="1"/>
          </p:cNvSpPr>
          <p:nvPr>
            <p:ph type="ctrTitle"/>
          </p:nvPr>
        </p:nvSpPr>
        <p:spPr>
          <a:xfrm>
            <a:off x="3081528" y="777600"/>
            <a:ext cx="8509385" cy="860400"/>
          </a:xfrm>
        </p:spPr>
        <p:txBody>
          <a:bodyPr/>
          <a:lstStyle>
            <a:lvl1pPr>
              <a:defRPr>
                <a:solidFill>
                  <a:schemeClr val="bg1"/>
                </a:solidFill>
              </a:defRPr>
            </a:lvl1pPr>
          </a:lstStyle>
          <a:p>
            <a:r>
              <a:rPr lang="en-US" dirty="0"/>
              <a:t>Click to edit Master title style</a:t>
            </a:r>
            <a:endParaRPr lang="en-GB" dirty="0"/>
          </a:p>
        </p:txBody>
      </p:sp>
      <p:sp>
        <p:nvSpPr>
          <p:cNvPr id="9" name="Subtitle 2"/>
          <p:cNvSpPr>
            <a:spLocks noGrp="1"/>
          </p:cNvSpPr>
          <p:nvPr>
            <p:ph type="subTitle" idx="1"/>
          </p:nvPr>
        </p:nvSpPr>
        <p:spPr>
          <a:xfrm>
            <a:off x="3081528" y="1731938"/>
            <a:ext cx="6222953" cy="968400"/>
          </a:xfrm>
        </p:spPr>
        <p:txBody>
          <a:bodyPr/>
          <a:lstStyle>
            <a:lvl1pPr marL="0" indent="0" algn="l">
              <a:buNone/>
              <a:defRPr sz="2000">
                <a:solidFill>
                  <a:schemeClr val="bg1"/>
                </a:solidFill>
              </a:defRPr>
            </a:lvl1pPr>
            <a:lvl2pPr marL="0" indent="0" algn="l">
              <a:buNone/>
              <a:defRPr sz="16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81528" y="5751576"/>
            <a:ext cx="989153" cy="749808"/>
          </a:xfrm>
          <a:prstGeom prst="rect">
            <a:avLst/>
          </a:prstGeom>
        </p:spPr>
      </p:pic>
    </p:spTree>
    <p:extLst>
      <p:ext uri="{BB962C8B-B14F-4D97-AF65-F5344CB8AC3E}">
        <p14:creationId xmlns:p14="http://schemas.microsoft.com/office/powerpoint/2010/main" val="19810458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9" name="Date Placeholder 8"/>
          <p:cNvSpPr>
            <a:spLocks noGrp="1"/>
          </p:cNvSpPr>
          <p:nvPr>
            <p:ph type="dt" sz="half" idx="10"/>
          </p:nvPr>
        </p:nvSpPr>
        <p:spPr/>
        <p:txBody>
          <a:bodyPr/>
          <a:lstStyle/>
          <a:p>
            <a:r>
              <a:rPr lang="en-US"/>
              <a:t>1 January 2014</a:t>
            </a:r>
            <a:endParaRPr lang="en-US" dirty="0"/>
          </a:p>
        </p:txBody>
      </p:sp>
      <p:sp>
        <p:nvSpPr>
          <p:cNvPr id="10" name="Footer Placeholder 9"/>
          <p:cNvSpPr>
            <a:spLocks noGrp="1"/>
          </p:cNvSpPr>
          <p:nvPr>
            <p:ph type="ftr" sz="quarter" idx="11"/>
          </p:nvPr>
        </p:nvSpPr>
        <p:spPr/>
        <p:txBody>
          <a:bodyPr/>
          <a:lstStyle/>
          <a:p>
            <a:r>
              <a:rPr lang="en-GB"/>
              <a:t>Presentation title</a:t>
            </a:r>
            <a:endParaRPr lang="en-GB" dirty="0"/>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4" name="Date Placeholder 3"/>
          <p:cNvSpPr>
            <a:spLocks noGrp="1"/>
          </p:cNvSpPr>
          <p:nvPr>
            <p:ph type="dt" sz="half" idx="10"/>
          </p:nvPr>
        </p:nvSpPr>
        <p:spPr/>
        <p:txBody>
          <a:bodyPr/>
          <a:lstStyle/>
          <a:p>
            <a:r>
              <a:rPr lang="en-US"/>
              <a:t>1 January 2014</a:t>
            </a:r>
            <a:endParaRPr lang="en-US" dirty="0"/>
          </a:p>
        </p:txBody>
      </p:sp>
      <p:sp>
        <p:nvSpPr>
          <p:cNvPr id="6" name="Footer Placeholder 5"/>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116655122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4" name="Date Placeholder 3"/>
          <p:cNvSpPr>
            <a:spLocks noGrp="1"/>
          </p:cNvSpPr>
          <p:nvPr>
            <p:ph type="dt" sz="half" idx="10"/>
          </p:nvPr>
        </p:nvSpPr>
        <p:spPr/>
        <p:txBody>
          <a:bodyPr/>
          <a:lstStyle/>
          <a:p>
            <a:r>
              <a:rPr lang="en-US"/>
              <a:t>1 January 2014</a:t>
            </a:r>
            <a:endParaRPr lang="en-US" dirty="0"/>
          </a:p>
        </p:txBody>
      </p:sp>
      <p:sp>
        <p:nvSpPr>
          <p:cNvPr id="6" name="Footer Placeholder 5"/>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391931515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6" name="Date Placeholder 5"/>
          <p:cNvSpPr>
            <a:spLocks noGrp="1"/>
          </p:cNvSpPr>
          <p:nvPr>
            <p:ph type="dt" sz="half" idx="10"/>
          </p:nvPr>
        </p:nvSpPr>
        <p:spPr/>
        <p:txBody>
          <a:bodyPr/>
          <a:lstStyle/>
          <a:p>
            <a:r>
              <a:rPr lang="en-US"/>
              <a:t>1 January 2014</a:t>
            </a:r>
            <a:endParaRPr lang="en-US" dirty="0"/>
          </a:p>
        </p:txBody>
      </p:sp>
      <p:sp>
        <p:nvSpPr>
          <p:cNvPr id="9" name="Footer Placeholder 8"/>
          <p:cNvSpPr>
            <a:spLocks noGrp="1"/>
          </p:cNvSpPr>
          <p:nvPr>
            <p:ph type="ftr" sz="quarter" idx="11"/>
          </p:nvPr>
        </p:nvSpPr>
        <p:spPr/>
        <p:txBody>
          <a:bodyPr/>
          <a:lstStyle/>
          <a:p>
            <a:r>
              <a:rPr lang="en-GB"/>
              <a:t>Presentation title</a:t>
            </a:r>
            <a:endParaRPr lang="en-GB"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6" name="Date Placeholder 5"/>
          <p:cNvSpPr>
            <a:spLocks noGrp="1"/>
          </p:cNvSpPr>
          <p:nvPr>
            <p:ph type="dt" sz="half" idx="10"/>
          </p:nvPr>
        </p:nvSpPr>
        <p:spPr/>
        <p:txBody>
          <a:bodyPr/>
          <a:lstStyle/>
          <a:p>
            <a:r>
              <a:rPr lang="en-US"/>
              <a:t>1 January 2014</a:t>
            </a:r>
            <a:endParaRPr lang="en-US" dirty="0"/>
          </a:p>
        </p:txBody>
      </p:sp>
      <p:sp>
        <p:nvSpPr>
          <p:cNvPr id="9" name="Footer Placeholder 8"/>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2470838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3" name="Content Placeholder 2"/>
          <p:cNvSpPr>
            <a:spLocks noGrp="1"/>
          </p:cNvSpPr>
          <p:nvPr>
            <p:ph sz="half" idx="1"/>
          </p:nvPr>
        </p:nvSpPr>
        <p:spPr>
          <a:xfrm>
            <a:off x="609917"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200828" y="1425575"/>
            <a:ext cx="5387605" cy="4700589"/>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2"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9" name="Date Placeholder 8"/>
          <p:cNvSpPr>
            <a:spLocks noGrp="1"/>
          </p:cNvSpPr>
          <p:nvPr>
            <p:ph type="dt" sz="half" idx="10"/>
          </p:nvPr>
        </p:nvSpPr>
        <p:spPr/>
        <p:txBody>
          <a:bodyPr/>
          <a:lstStyle/>
          <a:p>
            <a:r>
              <a:rPr lang="en-US"/>
              <a:t>1 January 2014</a:t>
            </a:r>
            <a:endParaRPr lang="en-US" dirty="0"/>
          </a:p>
        </p:txBody>
      </p:sp>
      <p:sp>
        <p:nvSpPr>
          <p:cNvPr id="10" name="Footer Placeholder 9"/>
          <p:cNvSpPr>
            <a:spLocks noGrp="1"/>
          </p:cNvSpPr>
          <p:nvPr>
            <p:ph type="ftr" sz="quarter" idx="11"/>
          </p:nvPr>
        </p:nvSpPr>
        <p:spPr/>
        <p:txBody>
          <a:bodyPr/>
          <a:lstStyle/>
          <a:p>
            <a:r>
              <a:rPr lang="en-GB"/>
              <a:t>Presentation title</a:t>
            </a:r>
            <a:endParaRPr lang="en-GB"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12648"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9632"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0" name="Text Placeholder 9"/>
          <p:cNvSpPr>
            <a:spLocks noGrp="1"/>
          </p:cNvSpPr>
          <p:nvPr>
            <p:ph type="body" sz="quarter" idx="12"/>
          </p:nvPr>
        </p:nvSpPr>
        <p:spPr>
          <a:xfrm>
            <a:off x="612648" y="1425575"/>
            <a:ext cx="5393208" cy="640800"/>
          </a:xfrm>
        </p:spPr>
        <p:txBody>
          <a:bodyPr anchor="t" anchorCtr="0"/>
          <a:lstStyle>
            <a:lvl1pPr>
              <a:buNone/>
              <a:defRPr b="1">
                <a:solidFill>
                  <a:schemeClr val="bg1"/>
                </a:solidFill>
              </a:defRPr>
            </a:lvl1pPr>
          </a:lstStyle>
          <a:p>
            <a:pPr lvl="0"/>
            <a:endParaRPr lang="en-GB" dirty="0"/>
          </a:p>
        </p:txBody>
      </p:sp>
      <p:sp>
        <p:nvSpPr>
          <p:cNvPr id="11" name="Text Placeholder 9"/>
          <p:cNvSpPr>
            <a:spLocks noGrp="1"/>
          </p:cNvSpPr>
          <p:nvPr>
            <p:ph type="body" sz="quarter" idx="13"/>
          </p:nvPr>
        </p:nvSpPr>
        <p:spPr>
          <a:xfrm>
            <a:off x="6199632" y="1425575"/>
            <a:ext cx="5393208" cy="640800"/>
          </a:xfrm>
        </p:spPr>
        <p:txBody>
          <a:bodyPr anchor="t" anchorCtr="0"/>
          <a:lstStyle>
            <a:lvl1pPr>
              <a:buNone/>
              <a:defRPr b="1">
                <a:solidFill>
                  <a:schemeClr val="bg1"/>
                </a:solidFill>
              </a:defRPr>
            </a:lvl1pPr>
          </a:lstStyle>
          <a:p>
            <a:pPr lvl="0"/>
            <a:endParaRPr lang="en-GB" dirty="0"/>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3" name="Date Placeholder 12"/>
          <p:cNvSpPr>
            <a:spLocks noGrp="1"/>
          </p:cNvSpPr>
          <p:nvPr>
            <p:ph type="dt" sz="half" idx="14"/>
          </p:nvPr>
        </p:nvSpPr>
        <p:spPr/>
        <p:txBody>
          <a:bodyPr/>
          <a:lstStyle/>
          <a:p>
            <a:r>
              <a:rPr lang="en-US"/>
              <a:t>1 January 2014</a:t>
            </a:r>
            <a:endParaRPr lang="en-US" dirty="0"/>
          </a:p>
        </p:txBody>
      </p:sp>
      <p:sp>
        <p:nvSpPr>
          <p:cNvPr id="14" name="Footer Placeholder 13"/>
          <p:cNvSpPr>
            <a:spLocks noGrp="1"/>
          </p:cNvSpPr>
          <p:nvPr>
            <p:ph type="ftr" sz="quarter" idx="15"/>
          </p:nvPr>
        </p:nvSpPr>
        <p:spPr/>
        <p:txBody>
          <a:bodyPr/>
          <a:lstStyle/>
          <a:p>
            <a:r>
              <a:rPr lang="en-GB"/>
              <a:t>Presentation title</a:t>
            </a:r>
            <a:endParaRPr lang="en-GB" dirty="0"/>
          </a:p>
        </p:txBody>
      </p:sp>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mn-lt"/>
              </a:defRPr>
            </a:lvl1pPr>
            <a:lvl2pPr marL="0" indent="0">
              <a:buNone/>
              <a:defRPr/>
            </a:lvl2pPr>
            <a:lvl3pPr marL="0" indent="0">
              <a:buNone/>
              <a:defRPr/>
            </a:lvl3pPr>
            <a:lvl4pPr marL="0" indent="0">
              <a:buNone/>
              <a:defRPr/>
            </a:lvl4pPr>
            <a:lvl5pPr marL="0" indent="0">
              <a:buNone/>
              <a:defRPr/>
            </a:lvl5pPr>
          </a:lstStyle>
          <a:p>
            <a:pPr lvl="0"/>
            <a:r>
              <a:rPr lang="en-US" dirty="0"/>
              <a:t>Click to edit Master text styles</a:t>
            </a:r>
          </a:p>
        </p:txBody>
      </p:sp>
      <p:sp>
        <p:nvSpPr>
          <p:cNvPr id="5"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latin typeface="+mn-lt"/>
            </a:endParaRPr>
          </a:p>
        </p:txBody>
      </p:sp>
      <p:sp>
        <p:nvSpPr>
          <p:cNvPr id="6" name="Date Placeholder 5"/>
          <p:cNvSpPr>
            <a:spLocks noGrp="1"/>
          </p:cNvSpPr>
          <p:nvPr>
            <p:ph type="dt" sz="half" idx="12"/>
          </p:nvPr>
        </p:nvSpPr>
        <p:spPr/>
        <p:txBody>
          <a:bodyPr/>
          <a:lstStyle/>
          <a:p>
            <a:r>
              <a:rPr lang="en-US"/>
              <a:t>1 January 2014</a:t>
            </a:r>
            <a:endParaRPr lang="en-US" dirty="0"/>
          </a:p>
        </p:txBody>
      </p:sp>
      <p:sp>
        <p:nvSpPr>
          <p:cNvPr id="7" name="Footer Placeholder 6"/>
          <p:cNvSpPr>
            <a:spLocks noGrp="1"/>
          </p:cNvSpPr>
          <p:nvPr>
            <p:ph type="ftr" sz="quarter" idx="13"/>
          </p:nvPr>
        </p:nvSpPr>
        <p:spPr/>
        <p:txBody>
          <a:bodyPr/>
          <a:lstStyle/>
          <a:p>
            <a:r>
              <a:rPr lang="en-GB"/>
              <a:t>Presentation title</a:t>
            </a:r>
            <a:endParaRPr lang="en-GB" dirty="0"/>
          </a:p>
        </p:txBody>
      </p:sp>
    </p:spTree>
    <p:extLst>
      <p:ext uri="{BB962C8B-B14F-4D97-AF65-F5344CB8AC3E}">
        <p14:creationId xmlns:p14="http://schemas.microsoft.com/office/powerpoint/2010/main" val="39130112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a:t>Click to edit Master title style</a:t>
            </a:r>
            <a:endParaRPr lang="en-US" dirty="0"/>
          </a:p>
        </p:txBody>
      </p:sp>
      <p:sp>
        <p:nvSpPr>
          <p:cNvPr id="6"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endParaRPr lang="en-US" dirty="0"/>
          </a:p>
        </p:txBody>
      </p:sp>
      <p:sp>
        <p:nvSpPr>
          <p:cNvPr id="7" name="Footer Placeholder 6"/>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199994089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dirty="0"/>
              <a:t>Click to edit Master title style</a:t>
            </a:r>
          </a:p>
        </p:txBody>
      </p:sp>
      <p:sp>
        <p:nvSpPr>
          <p:cNvPr id="6" name="Freeform 5"/>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endParaRPr lang="en-US" dirty="0"/>
          </a:p>
        </p:txBody>
      </p:sp>
      <p:sp>
        <p:nvSpPr>
          <p:cNvPr id="7" name="Footer Placeholder 6"/>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252864780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dirty="0"/>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endParaRPr lang="en-US" dirty="0"/>
          </a:p>
        </p:txBody>
      </p:sp>
      <p:sp>
        <p:nvSpPr>
          <p:cNvPr id="7" name="Footer Placeholder 6"/>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25286478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7" name="Line 11"/>
          <p:cNvSpPr>
            <a:spLocks noChangeShapeType="1"/>
          </p:cNvSpPr>
          <p:nvPr userDrawn="1"/>
        </p:nvSpPr>
        <p:spPr bwMode="auto">
          <a:xfrm>
            <a:off x="607800" y="6245352"/>
            <a:ext cx="10978515" cy="0"/>
          </a:xfrm>
          <a:prstGeom prst="line">
            <a:avLst/>
          </a:prstGeom>
          <a:noFill/>
          <a:ln w="3175">
            <a:solidFill>
              <a:srgbClr val="808080"/>
            </a:solidFill>
            <a:round/>
            <a:headEnd/>
            <a:tailEnd/>
          </a:ln>
          <a:effectLst/>
        </p:spPr>
        <p:txBody>
          <a:bodyPr wrap="none" anchor="ctr"/>
          <a:lstStyle/>
          <a:p>
            <a:endParaRPr lang="en-US" noProof="0" dirty="0">
              <a:solidFill>
                <a:schemeClr val="bg1"/>
              </a:solidFill>
            </a:endParaRPr>
          </a:p>
        </p:txBody>
      </p:sp>
      <p:sp>
        <p:nvSpPr>
          <p:cNvPr id="4" name="Date Placeholder 3"/>
          <p:cNvSpPr>
            <a:spLocks noGrp="1"/>
          </p:cNvSpPr>
          <p:nvPr>
            <p:ph type="dt" sz="half" idx="10"/>
          </p:nvPr>
        </p:nvSpPr>
        <p:spPr/>
        <p:txBody>
          <a:bodyPr/>
          <a:lstStyle/>
          <a:p>
            <a:r>
              <a:rPr lang="en-US"/>
              <a:t>1 January 2014</a:t>
            </a:r>
            <a:endParaRPr lang="en-US" dirty="0"/>
          </a:p>
        </p:txBody>
      </p:sp>
      <p:sp>
        <p:nvSpPr>
          <p:cNvPr id="5" name="Footer Placeholder 4"/>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335068083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mn-lt"/>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mn-lt"/>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mn-lt"/>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mn-lt"/>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mn-lt"/>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9000777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userDrawn="1">
  <p:cSld name="1_Final legal tex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5E86F45-32C4-4333-831D-90FAEE7460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175" y="0"/>
            <a:ext cx="12192000" cy="6858000"/>
          </a:xfrm>
          <a:prstGeom prst="rect">
            <a:avLst/>
          </a:prstGeom>
        </p:spPr>
      </p:pic>
    </p:spTree>
    <p:extLst>
      <p:ext uri="{BB962C8B-B14F-4D97-AF65-F5344CB8AC3E}">
        <p14:creationId xmlns:p14="http://schemas.microsoft.com/office/powerpoint/2010/main" val="37247279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Cover">
    <p:spTree>
      <p:nvGrpSpPr>
        <p:cNvPr id="1" name=""/>
        <p:cNvGrpSpPr/>
        <p:nvPr/>
      </p:nvGrpSpPr>
      <p:grpSpPr>
        <a:xfrm>
          <a:off x="0" y="0"/>
          <a:ext cx="0" cy="0"/>
          <a:chOff x="0" y="0"/>
          <a:chExt cx="0" cy="0"/>
        </a:xfrm>
      </p:grpSpPr>
      <p:sp>
        <p:nvSpPr>
          <p:cNvPr id="13" name="Rectangle 1"/>
          <p:cNvSpPr>
            <a:spLocks noChangeAspect="1"/>
          </p:cNvSpPr>
          <p:nvPr userDrawn="1"/>
        </p:nvSpPr>
        <p:spPr>
          <a:xfrm>
            <a:off x="3853963" y="615950"/>
            <a:ext cx="7735824" cy="3575304"/>
          </a:xfrm>
          <a:custGeom>
            <a:avLst/>
            <a:gdLst>
              <a:gd name="connsiteX0" fmla="*/ 0 w 6753225"/>
              <a:gd name="connsiteY0" fmla="*/ 0 h 3400425"/>
              <a:gd name="connsiteX1" fmla="*/ 6753225 w 6753225"/>
              <a:gd name="connsiteY1" fmla="*/ 0 h 3400425"/>
              <a:gd name="connsiteX2" fmla="*/ 6753225 w 6753225"/>
              <a:gd name="connsiteY2" fmla="*/ 3400425 h 3400425"/>
              <a:gd name="connsiteX3" fmla="*/ 0 w 6753225"/>
              <a:gd name="connsiteY3" fmla="*/ 3400425 h 3400425"/>
              <a:gd name="connsiteX4" fmla="*/ 0 w 6753225"/>
              <a:gd name="connsiteY4" fmla="*/ 0 h 3400425"/>
              <a:gd name="connsiteX0" fmla="*/ 0 w 6755607"/>
              <a:gd name="connsiteY0" fmla="*/ 1197768 h 3400425"/>
              <a:gd name="connsiteX1" fmla="*/ 6755607 w 6755607"/>
              <a:gd name="connsiteY1" fmla="*/ 0 h 3400425"/>
              <a:gd name="connsiteX2" fmla="*/ 6755607 w 6755607"/>
              <a:gd name="connsiteY2" fmla="*/ 3400425 h 3400425"/>
              <a:gd name="connsiteX3" fmla="*/ 2382 w 6755607"/>
              <a:gd name="connsiteY3" fmla="*/ 3400425 h 3400425"/>
              <a:gd name="connsiteX4" fmla="*/ 0 w 6755607"/>
              <a:gd name="connsiteY4" fmla="*/ 1197768 h 3400425"/>
              <a:gd name="connsiteX0" fmla="*/ 3182 w 6753225"/>
              <a:gd name="connsiteY0" fmla="*/ 1312615 h 3400425"/>
              <a:gd name="connsiteX1" fmla="*/ 6753225 w 6753225"/>
              <a:gd name="connsiteY1" fmla="*/ 0 h 3400425"/>
              <a:gd name="connsiteX2" fmla="*/ 6753225 w 6753225"/>
              <a:gd name="connsiteY2" fmla="*/ 3400425 h 3400425"/>
              <a:gd name="connsiteX3" fmla="*/ 0 w 6753225"/>
              <a:gd name="connsiteY3" fmla="*/ 3400425 h 3400425"/>
              <a:gd name="connsiteX4" fmla="*/ 3182 w 6753225"/>
              <a:gd name="connsiteY4" fmla="*/ 1312615 h 3400425"/>
              <a:gd name="connsiteX0" fmla="*/ 3182 w 6753225"/>
              <a:gd name="connsiteY0" fmla="*/ 67426 h 2155236"/>
              <a:gd name="connsiteX1" fmla="*/ 6619689 w 6753225"/>
              <a:gd name="connsiteY1" fmla="*/ 0 h 2155236"/>
              <a:gd name="connsiteX2" fmla="*/ 6753225 w 6753225"/>
              <a:gd name="connsiteY2" fmla="*/ 2155236 h 2155236"/>
              <a:gd name="connsiteX3" fmla="*/ 0 w 6753225"/>
              <a:gd name="connsiteY3" fmla="*/ 2155236 h 2155236"/>
              <a:gd name="connsiteX4" fmla="*/ 3182 w 6753225"/>
              <a:gd name="connsiteY4" fmla="*/ 67426 h 2155236"/>
              <a:gd name="connsiteX0" fmla="*/ 3182 w 6769917"/>
              <a:gd name="connsiteY0" fmla="*/ 1306570 h 3394380"/>
              <a:gd name="connsiteX1" fmla="*/ 6769917 w 6769917"/>
              <a:gd name="connsiteY1" fmla="*/ 0 h 3394380"/>
              <a:gd name="connsiteX2" fmla="*/ 6753225 w 6769917"/>
              <a:gd name="connsiteY2" fmla="*/ 3394380 h 3394380"/>
              <a:gd name="connsiteX3" fmla="*/ 0 w 6769917"/>
              <a:gd name="connsiteY3" fmla="*/ 3394380 h 3394380"/>
              <a:gd name="connsiteX4" fmla="*/ 3182 w 6769917"/>
              <a:gd name="connsiteY4" fmla="*/ 1306570 h 3394380"/>
              <a:gd name="connsiteX0" fmla="*/ 223 w 6771131"/>
              <a:gd name="connsiteY0" fmla="*/ 1297504 h 3394380"/>
              <a:gd name="connsiteX1" fmla="*/ 6771131 w 6771131"/>
              <a:gd name="connsiteY1" fmla="*/ 0 h 3394380"/>
              <a:gd name="connsiteX2" fmla="*/ 6754439 w 6771131"/>
              <a:gd name="connsiteY2" fmla="*/ 3394380 h 3394380"/>
              <a:gd name="connsiteX3" fmla="*/ 1214 w 6771131"/>
              <a:gd name="connsiteY3" fmla="*/ 3394380 h 3394380"/>
              <a:gd name="connsiteX4" fmla="*/ 223 w 6771131"/>
              <a:gd name="connsiteY4" fmla="*/ 1297504 h 3394380"/>
              <a:gd name="connsiteX0" fmla="*/ 105 w 6775185"/>
              <a:gd name="connsiteY0" fmla="*/ 1297505 h 3394380"/>
              <a:gd name="connsiteX1" fmla="*/ 6775185 w 6775185"/>
              <a:gd name="connsiteY1" fmla="*/ 0 h 3394380"/>
              <a:gd name="connsiteX2" fmla="*/ 6758493 w 6775185"/>
              <a:gd name="connsiteY2" fmla="*/ 3394380 h 3394380"/>
              <a:gd name="connsiteX3" fmla="*/ 5268 w 6775185"/>
              <a:gd name="connsiteY3" fmla="*/ 3394380 h 3394380"/>
              <a:gd name="connsiteX4" fmla="*/ 105 w 6775185"/>
              <a:gd name="connsiteY4" fmla="*/ 1297505 h 3394380"/>
              <a:gd name="connsiteX0" fmla="*/ 105 w 6775185"/>
              <a:gd name="connsiteY0" fmla="*/ 1297505 h 3394380"/>
              <a:gd name="connsiteX1" fmla="*/ 6775185 w 6775185"/>
              <a:gd name="connsiteY1" fmla="*/ 0 h 3394380"/>
              <a:gd name="connsiteX2" fmla="*/ 6769621 w 6775185"/>
              <a:gd name="connsiteY2" fmla="*/ 3394380 h 3394380"/>
              <a:gd name="connsiteX3" fmla="*/ 5268 w 6775185"/>
              <a:gd name="connsiteY3" fmla="*/ 3394380 h 3394380"/>
              <a:gd name="connsiteX4" fmla="*/ 105 w 6775185"/>
              <a:gd name="connsiteY4" fmla="*/ 1297505 h 3394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75185" h="3394380">
                <a:moveTo>
                  <a:pt x="105" y="1297505"/>
                </a:moveTo>
                <a:lnTo>
                  <a:pt x="6775185" y="0"/>
                </a:lnTo>
                <a:cubicBezTo>
                  <a:pt x="6773330" y="1131460"/>
                  <a:pt x="6771476" y="2262920"/>
                  <a:pt x="6769621" y="3394380"/>
                </a:cubicBezTo>
                <a:lnTo>
                  <a:pt x="5268" y="3394380"/>
                </a:lnTo>
                <a:cubicBezTo>
                  <a:pt x="6329" y="2698443"/>
                  <a:pt x="-956" y="1993442"/>
                  <a:pt x="105" y="1297505"/>
                </a:cubicBezTo>
                <a:close/>
              </a:path>
            </a:pathLst>
          </a:cu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4" name="Title 1"/>
          <p:cNvSpPr>
            <a:spLocks noGrp="1"/>
          </p:cNvSpPr>
          <p:nvPr>
            <p:ph type="ctrTitle"/>
          </p:nvPr>
        </p:nvSpPr>
        <p:spPr>
          <a:xfrm>
            <a:off x="4151376" y="2240280"/>
            <a:ext cx="7223760" cy="860400"/>
          </a:xfrm>
        </p:spPr>
        <p:txBody>
          <a:bodyPr/>
          <a:lstStyle>
            <a:lvl1pPr>
              <a:defRPr>
                <a:solidFill>
                  <a:srgbClr val="404040"/>
                </a:solidFill>
                <a:latin typeface="+mn-lt"/>
                <a:cs typeface="Arial" pitchFamily="34" charset="0"/>
              </a:defRPr>
            </a:lvl1pPr>
          </a:lstStyle>
          <a:p>
            <a:r>
              <a:rPr lang="en-US" dirty="0"/>
              <a:t>Click to edit Master title style</a:t>
            </a:r>
            <a:endParaRPr lang="en-GB" dirty="0"/>
          </a:p>
        </p:txBody>
      </p:sp>
      <p:sp>
        <p:nvSpPr>
          <p:cNvPr id="15" name="Subtitle 2"/>
          <p:cNvSpPr>
            <a:spLocks noGrp="1"/>
          </p:cNvSpPr>
          <p:nvPr>
            <p:ph type="subTitle" idx="1"/>
          </p:nvPr>
        </p:nvSpPr>
        <p:spPr>
          <a:xfrm>
            <a:off x="4151376" y="3218688"/>
            <a:ext cx="722376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userDrawn="1">
  <p:cSld name="Cover alternate">
    <p:spTree>
      <p:nvGrpSpPr>
        <p:cNvPr id="1" name=""/>
        <p:cNvGrpSpPr/>
        <p:nvPr/>
      </p:nvGrpSpPr>
      <p:grpSpPr>
        <a:xfrm>
          <a:off x="0" y="0"/>
          <a:ext cx="0" cy="0"/>
          <a:chOff x="0" y="0"/>
          <a:chExt cx="0" cy="0"/>
        </a:xfrm>
      </p:grpSpPr>
      <p:sp>
        <p:nvSpPr>
          <p:cNvPr id="8" name="Freeform 5"/>
          <p:cNvSpPr>
            <a:spLocks noChangeAspect="1"/>
          </p:cNvSpPr>
          <p:nvPr userDrawn="1"/>
        </p:nvSpPr>
        <p:spPr bwMode="gray">
          <a:xfrm rot="10800000">
            <a:off x="4370832" y="457200"/>
            <a:ext cx="7221423" cy="4570413"/>
          </a:xfrm>
          <a:custGeom>
            <a:avLst/>
            <a:gdLst>
              <a:gd name="connsiteX0" fmla="*/ 0 w 10000"/>
              <a:gd name="connsiteY0" fmla="*/ 0 h 9745"/>
              <a:gd name="connsiteX1" fmla="*/ 921 w 10000"/>
              <a:gd name="connsiteY1" fmla="*/ 9745 h 9745"/>
              <a:gd name="connsiteX2" fmla="*/ 10000 w 10000"/>
              <a:gd name="connsiteY2" fmla="*/ 7201 h 9745"/>
              <a:gd name="connsiteX3" fmla="*/ 10000 w 10000"/>
              <a:gd name="connsiteY3" fmla="*/ 0 h 9745"/>
              <a:gd name="connsiteX4" fmla="*/ 0 w 10000"/>
              <a:gd name="connsiteY4" fmla="*/ 0 h 9745"/>
              <a:gd name="connsiteX0" fmla="*/ 0 w 9079"/>
              <a:gd name="connsiteY0" fmla="*/ 0 h 10000"/>
              <a:gd name="connsiteX1" fmla="*/ 0 w 9079"/>
              <a:gd name="connsiteY1" fmla="*/ 10000 h 10000"/>
              <a:gd name="connsiteX2" fmla="*/ 9079 w 9079"/>
              <a:gd name="connsiteY2" fmla="*/ 7389 h 10000"/>
              <a:gd name="connsiteX3" fmla="*/ 9079 w 9079"/>
              <a:gd name="connsiteY3" fmla="*/ 0 h 10000"/>
              <a:gd name="connsiteX4" fmla="*/ 0 w 9079"/>
              <a:gd name="connsiteY4" fmla="*/ 0 h 10000"/>
              <a:gd name="connsiteX0" fmla="*/ 5 w 10000"/>
              <a:gd name="connsiteY0" fmla="*/ 2555 h 10000"/>
              <a:gd name="connsiteX1" fmla="*/ 0 w 10000"/>
              <a:gd name="connsiteY1" fmla="*/ 10000 h 10000"/>
              <a:gd name="connsiteX2" fmla="*/ 10000 w 10000"/>
              <a:gd name="connsiteY2" fmla="*/ 7389 h 10000"/>
              <a:gd name="connsiteX3" fmla="*/ 10000 w 10000"/>
              <a:gd name="connsiteY3" fmla="*/ 0 h 10000"/>
              <a:gd name="connsiteX4" fmla="*/ 5 w 10000"/>
              <a:gd name="connsiteY4" fmla="*/ 2555 h 10000"/>
              <a:gd name="connsiteX0" fmla="*/ 5 w 10000"/>
              <a:gd name="connsiteY0" fmla="*/ 0 h 7445"/>
              <a:gd name="connsiteX1" fmla="*/ 0 w 10000"/>
              <a:gd name="connsiteY1" fmla="*/ 7445 h 7445"/>
              <a:gd name="connsiteX2" fmla="*/ 10000 w 10000"/>
              <a:gd name="connsiteY2" fmla="*/ 4834 h 7445"/>
              <a:gd name="connsiteX3" fmla="*/ 10000 w 10000"/>
              <a:gd name="connsiteY3" fmla="*/ 7 h 7445"/>
              <a:gd name="connsiteX4" fmla="*/ 5 w 10000"/>
              <a:gd name="connsiteY4" fmla="*/ 0 h 7445"/>
              <a:gd name="connsiteX0" fmla="*/ 5 w 10000"/>
              <a:gd name="connsiteY0" fmla="*/ 0 h 10000"/>
              <a:gd name="connsiteX1" fmla="*/ 0 w 10000"/>
              <a:gd name="connsiteY1" fmla="*/ 10000 h 10000"/>
              <a:gd name="connsiteX2" fmla="*/ 8453 w 10000"/>
              <a:gd name="connsiteY2" fmla="*/ 7036 h 10000"/>
              <a:gd name="connsiteX3" fmla="*/ 10000 w 10000"/>
              <a:gd name="connsiteY3" fmla="*/ 9 h 10000"/>
              <a:gd name="connsiteX4" fmla="*/ 5 w 10000"/>
              <a:gd name="connsiteY4" fmla="*/ 0 h 10000"/>
              <a:gd name="connsiteX0" fmla="*/ 5 w 8453"/>
              <a:gd name="connsiteY0" fmla="*/ 4143 h 14143"/>
              <a:gd name="connsiteX1" fmla="*/ 0 w 8453"/>
              <a:gd name="connsiteY1" fmla="*/ 14143 h 14143"/>
              <a:gd name="connsiteX2" fmla="*/ 8453 w 8453"/>
              <a:gd name="connsiteY2" fmla="*/ 11179 h 14143"/>
              <a:gd name="connsiteX3" fmla="*/ 8453 w 8453"/>
              <a:gd name="connsiteY3" fmla="*/ 0 h 14143"/>
              <a:gd name="connsiteX4" fmla="*/ 5 w 8453"/>
              <a:gd name="connsiteY4" fmla="*/ 4143 h 14143"/>
              <a:gd name="connsiteX0" fmla="*/ 6 w 10000"/>
              <a:gd name="connsiteY0" fmla="*/ 0 h 10007"/>
              <a:gd name="connsiteX1" fmla="*/ 0 w 10000"/>
              <a:gd name="connsiteY1" fmla="*/ 10007 h 10007"/>
              <a:gd name="connsiteX2" fmla="*/ 10000 w 10000"/>
              <a:gd name="connsiteY2" fmla="*/ 7911 h 10007"/>
              <a:gd name="connsiteX3" fmla="*/ 10000 w 10000"/>
              <a:gd name="connsiteY3" fmla="*/ 7 h 10007"/>
              <a:gd name="connsiteX4" fmla="*/ 6 w 10000"/>
              <a:gd name="connsiteY4" fmla="*/ 0 h 100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7">
                <a:moveTo>
                  <a:pt x="6" y="0"/>
                </a:moveTo>
                <a:cubicBezTo>
                  <a:pt x="4" y="2358"/>
                  <a:pt x="2" y="7650"/>
                  <a:pt x="0" y="10007"/>
                </a:cubicBezTo>
                <a:lnTo>
                  <a:pt x="10000" y="7911"/>
                </a:lnTo>
                <a:lnTo>
                  <a:pt x="10000" y="7"/>
                </a:lnTo>
                <a:lnTo>
                  <a:pt x="6"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 name="Title 1"/>
          <p:cNvSpPr>
            <a:spLocks noGrp="1"/>
          </p:cNvSpPr>
          <p:nvPr>
            <p:ph type="ctrTitle"/>
          </p:nvPr>
        </p:nvSpPr>
        <p:spPr>
          <a:xfrm>
            <a:off x="4809744" y="1737360"/>
            <a:ext cx="6400800" cy="860400"/>
          </a:xfrm>
        </p:spPr>
        <p:txBody>
          <a:bodyPr/>
          <a:lstStyle>
            <a:lvl1pPr>
              <a:defRPr>
                <a:solidFill>
                  <a:srgbClr val="404040"/>
                </a:solidFill>
                <a:latin typeface="+mn-lt"/>
                <a:cs typeface="Arial" pitchFamily="34" charset="0"/>
              </a:defRPr>
            </a:lvl1pPr>
          </a:lstStyle>
          <a:p>
            <a:r>
              <a:rPr lang="en-US" dirty="0"/>
              <a:t>Click to edit Master title style</a:t>
            </a:r>
            <a:endParaRPr lang="en-GB" dirty="0"/>
          </a:p>
        </p:txBody>
      </p:sp>
      <p:sp>
        <p:nvSpPr>
          <p:cNvPr id="10" name="Subtitle 2"/>
          <p:cNvSpPr>
            <a:spLocks noGrp="1"/>
          </p:cNvSpPr>
          <p:nvPr>
            <p:ph type="subTitle" idx="1"/>
          </p:nvPr>
        </p:nvSpPr>
        <p:spPr>
          <a:xfrm>
            <a:off x="4809744" y="2724912"/>
            <a:ext cx="6400800" cy="645742"/>
          </a:xfrm>
        </p:spPr>
        <p:txBody>
          <a:bodyPr/>
          <a:lstStyle>
            <a:lvl1pPr marL="0" indent="0" algn="l">
              <a:buNone/>
              <a:defRPr sz="2000">
                <a:solidFill>
                  <a:srgbClr val="404040"/>
                </a:solidFill>
                <a:latin typeface="+mn-lt"/>
                <a:cs typeface="Arial" pitchFamily="34" charset="0"/>
              </a:defRPr>
            </a:lvl1pPr>
            <a:lvl2pPr marL="0" indent="0" algn="l">
              <a:buNone/>
              <a:defRPr sz="1600">
                <a:solidFill>
                  <a:srgbClr val="404040"/>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Tree>
    <p:extLst>
      <p:ext uri="{BB962C8B-B14F-4D97-AF65-F5344CB8AC3E}">
        <p14:creationId xmlns:p14="http://schemas.microsoft.com/office/powerpoint/2010/main" val="213910806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Approved question w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2648" y="612648"/>
            <a:ext cx="7731125" cy="3575050"/>
          </a:xfrm>
          <a:prstGeom prst="rect">
            <a:avLst/>
          </a:prstGeom>
        </p:spPr>
      </p:pic>
      <p:sp>
        <p:nvSpPr>
          <p:cNvPr id="15" name="Title 1"/>
          <p:cNvSpPr>
            <a:spLocks noGrp="1"/>
          </p:cNvSpPr>
          <p:nvPr>
            <p:ph type="ctrTitle"/>
          </p:nvPr>
        </p:nvSpPr>
        <p:spPr>
          <a:xfrm>
            <a:off x="1005840" y="2240280"/>
            <a:ext cx="6879463" cy="860400"/>
          </a:xfrm>
          <a:prstGeom prst="rect">
            <a:avLst/>
          </a:prstGeom>
        </p:spPr>
        <p:txBody>
          <a:bodyPr/>
          <a:lstStyle>
            <a:lvl1pPr>
              <a:defRPr>
                <a:solidFill>
                  <a:schemeClr val="tx1">
                    <a:lumMod val="75000"/>
                    <a:lumOff val="25000"/>
                  </a:schemeClr>
                </a:solidFill>
                <a:latin typeface="+mn-lt"/>
                <a:cs typeface="Arial" pitchFamily="34" charset="0"/>
              </a:defRPr>
            </a:lvl1pPr>
          </a:lstStyle>
          <a:p>
            <a:r>
              <a:rPr lang="en-US" dirty="0"/>
              <a:t>Click to edit Master title style</a:t>
            </a:r>
            <a:endParaRPr lang="en-GB" dirty="0"/>
          </a:p>
        </p:txBody>
      </p:sp>
      <p:sp>
        <p:nvSpPr>
          <p:cNvPr id="16" name="Subtitle 2"/>
          <p:cNvSpPr>
            <a:spLocks noGrp="1"/>
          </p:cNvSpPr>
          <p:nvPr>
            <p:ph type="subTitle" idx="1"/>
          </p:nvPr>
        </p:nvSpPr>
        <p:spPr>
          <a:xfrm>
            <a:off x="1005840" y="3218688"/>
            <a:ext cx="6879463" cy="645742"/>
          </a:xfrm>
          <a:prstGeom prst="rect">
            <a:avLst/>
          </a:prstGeom>
        </p:spPr>
        <p:txBody>
          <a:bodyPr/>
          <a:lstStyle>
            <a:lvl1pPr marL="0" indent="0" algn="l">
              <a:buNone/>
              <a:defRPr sz="2000">
                <a:solidFill>
                  <a:schemeClr val="tx1">
                    <a:lumMod val="75000"/>
                    <a:lumOff val="25000"/>
                  </a:schemeClr>
                </a:solidFill>
                <a:latin typeface="+mn-lt"/>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pic>
        <p:nvPicPr>
          <p:cNvPr id="17" name="Picture 1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spTree>
    <p:extLst>
      <p:ext uri="{BB962C8B-B14F-4D97-AF65-F5344CB8AC3E}">
        <p14:creationId xmlns:p14="http://schemas.microsoft.com/office/powerpoint/2010/main" val="292950705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userDrawn="1">
  <p:cSld name="Approved question tall">
    <p:spTree>
      <p:nvGrpSpPr>
        <p:cNvPr id="1" name=""/>
        <p:cNvGrpSpPr/>
        <p:nvPr/>
      </p:nvGrpSpPr>
      <p:grpSpPr>
        <a:xfrm>
          <a:off x="0" y="0"/>
          <a:ext cx="0" cy="0"/>
          <a:chOff x="0" y="0"/>
          <a:chExt cx="0" cy="0"/>
        </a:xfrm>
      </p:grpSpPr>
      <p:pic>
        <p:nvPicPr>
          <p:cNvPr id="17" name="Picture 1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3503" y="384047"/>
            <a:ext cx="5413248" cy="4572744"/>
          </a:xfrm>
          <a:prstGeom prst="rect">
            <a:avLst/>
          </a:prstGeom>
        </p:spPr>
      </p:pic>
      <p:pic>
        <p:nvPicPr>
          <p:cNvPr id="9" name="Picture 8"/>
          <p:cNvPicPr>
            <a:picLocks/>
          </p:cNvPicPr>
          <p:nvPr userDrawn="1"/>
        </p:nvPicPr>
        <p:blipFill>
          <a:blip r:embed="rId3" cstate="print">
            <a:extLst>
              <a:ext uri="{28A0092B-C50C-407E-A947-70E740481C1C}">
                <a14:useLocalDpi xmlns:a14="http://schemas.microsoft.com/office/drawing/2010/main" val="0"/>
              </a:ext>
            </a:extLst>
          </a:blip>
          <a:stretch>
            <a:fillRect/>
          </a:stretch>
        </p:blipFill>
        <p:spPr>
          <a:xfrm>
            <a:off x="10579608" y="5340096"/>
            <a:ext cx="987552" cy="1156968"/>
          </a:xfrm>
          <a:prstGeom prst="rect">
            <a:avLst/>
          </a:prstGeom>
        </p:spPr>
      </p:pic>
      <p:sp>
        <p:nvSpPr>
          <p:cNvPr id="10" name="Title 1"/>
          <p:cNvSpPr>
            <a:spLocks noGrp="1"/>
          </p:cNvSpPr>
          <p:nvPr>
            <p:ph type="ctrTitle"/>
          </p:nvPr>
        </p:nvSpPr>
        <p:spPr>
          <a:xfrm>
            <a:off x="996696" y="1691640"/>
            <a:ext cx="4597400" cy="860400"/>
          </a:xfrm>
          <a:prstGeom prst="rect">
            <a:avLst/>
          </a:prstGeom>
        </p:spPr>
        <p:txBody>
          <a:bodyPr/>
          <a:lstStyle>
            <a:lvl1pPr>
              <a:defRPr>
                <a:solidFill>
                  <a:srgbClr val="FFFFFF"/>
                </a:solidFill>
                <a:latin typeface="+mn-lt"/>
                <a:cs typeface="Arial" pitchFamily="34" charset="0"/>
              </a:defRPr>
            </a:lvl1pPr>
          </a:lstStyle>
          <a:p>
            <a:r>
              <a:rPr lang="en-US" dirty="0"/>
              <a:t>Click to edit Master title style</a:t>
            </a:r>
            <a:endParaRPr lang="en-GB" dirty="0"/>
          </a:p>
        </p:txBody>
      </p:sp>
      <p:sp>
        <p:nvSpPr>
          <p:cNvPr id="11" name="Subtitle 2"/>
          <p:cNvSpPr>
            <a:spLocks noGrp="1"/>
          </p:cNvSpPr>
          <p:nvPr>
            <p:ph type="subTitle" idx="1"/>
          </p:nvPr>
        </p:nvSpPr>
        <p:spPr>
          <a:xfrm>
            <a:off x="996696" y="2660904"/>
            <a:ext cx="4597400" cy="645742"/>
          </a:xfrm>
          <a:prstGeom prst="rect">
            <a:avLst/>
          </a:prstGeom>
        </p:spPr>
        <p:txBody>
          <a:bodyPr/>
          <a:lstStyle>
            <a:lvl1pPr marL="0" indent="0" algn="l">
              <a:buNone/>
              <a:defRPr sz="2000">
                <a:solidFill>
                  <a:srgbClr val="FFFFFF"/>
                </a:solidFill>
                <a:latin typeface="+mn-lt"/>
                <a:cs typeface="Arial" pitchFamily="34" charset="0"/>
              </a:defRPr>
            </a:lvl1pPr>
            <a:lvl2pPr marL="0" indent="0" algn="l">
              <a:buNone/>
              <a:defRPr sz="1600">
                <a:solidFill>
                  <a:schemeClr val="tx1">
                    <a:lumMod val="75000"/>
                    <a:lumOff val="2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pic>
        <p:nvPicPr>
          <p:cNvPr id="16" name="Picture 1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94360" y="5888736"/>
            <a:ext cx="3780000" cy="618750"/>
          </a:xfrm>
          <a:prstGeom prst="rect">
            <a:avLst/>
          </a:prstGeom>
        </p:spPr>
      </p:pic>
    </p:spTree>
    <p:extLst>
      <p:ext uri="{BB962C8B-B14F-4D97-AF65-F5344CB8AC3E}">
        <p14:creationId xmlns:p14="http://schemas.microsoft.com/office/powerpoint/2010/main" val="17521231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Cover with beam (legacy)">
    <p:spTree>
      <p:nvGrpSpPr>
        <p:cNvPr id="1" name=""/>
        <p:cNvGrpSpPr/>
        <p:nvPr/>
      </p:nvGrpSpPr>
      <p:grpSpPr>
        <a:xfrm>
          <a:off x="0" y="0"/>
          <a:ext cx="0" cy="0"/>
          <a:chOff x="0" y="0"/>
          <a:chExt cx="0" cy="0"/>
        </a:xfrm>
      </p:grpSpPr>
      <p:grpSp>
        <p:nvGrpSpPr>
          <p:cNvPr id="11" name="Group 10"/>
          <p:cNvGrpSpPr/>
          <p:nvPr userDrawn="1"/>
        </p:nvGrpSpPr>
        <p:grpSpPr>
          <a:xfrm>
            <a:off x="0" y="1628775"/>
            <a:ext cx="12208264" cy="4475445"/>
            <a:chOff x="0" y="1628775"/>
            <a:chExt cx="12208264" cy="4475445"/>
          </a:xfrm>
        </p:grpSpPr>
        <p:pic>
          <p:nvPicPr>
            <p:cNvPr id="13" name="Picture 2"/>
            <p:cNvPicPr>
              <a:picLocks noChangeAspect="1" noChangeArrowheads="1"/>
            </p:cNvPicPr>
            <p:nvPr userDrawn="1"/>
          </p:nvPicPr>
          <p:blipFill>
            <a:blip r:embed="rId2" cstate="print"/>
            <a:srcRect/>
            <a:stretch>
              <a:fillRect/>
            </a:stretch>
          </p:blipFill>
          <p:spPr bwMode="black">
            <a:xfrm>
              <a:off x="0" y="4291200"/>
              <a:ext cx="3088437" cy="1813020"/>
            </a:xfrm>
            <a:prstGeom prst="rect">
              <a:avLst/>
            </a:prstGeom>
            <a:noFill/>
            <a:ln w="9525">
              <a:noFill/>
              <a:miter lim="800000"/>
              <a:headEnd/>
              <a:tailEnd/>
            </a:ln>
            <a:effectLst/>
          </p:spPr>
        </p:pic>
        <p:sp>
          <p:nvSpPr>
            <p:cNvPr id="16" name="Freeform 8"/>
            <p:cNvSpPr>
              <a:spLocks/>
            </p:cNvSpPr>
            <p:nvPr userDrawn="1"/>
          </p:nvSpPr>
          <p:spPr bwMode="gray">
            <a:xfrm>
              <a:off x="3082575" y="1628775"/>
              <a:ext cx="9125689" cy="3318440"/>
            </a:xfrm>
            <a:custGeom>
              <a:avLst/>
              <a:gdLst/>
              <a:ahLst/>
              <a:cxnLst>
                <a:cxn ang="0">
                  <a:pos x="0" y="2464"/>
                </a:cxn>
                <a:cxn ang="0">
                  <a:pos x="6761" y="0"/>
                </a:cxn>
                <a:cxn ang="0">
                  <a:pos x="6761" y="1290"/>
                </a:cxn>
                <a:cxn ang="0">
                  <a:pos x="0" y="2464"/>
                </a:cxn>
              </a:cxnLst>
              <a:rect l="0" t="0" r="r" b="b"/>
              <a:pathLst>
                <a:path w="6761" h="2464">
                  <a:moveTo>
                    <a:pt x="0" y="2464"/>
                  </a:moveTo>
                  <a:lnTo>
                    <a:pt x="6761" y="0"/>
                  </a:lnTo>
                  <a:lnTo>
                    <a:pt x="6761" y="1290"/>
                  </a:lnTo>
                  <a:lnTo>
                    <a:pt x="0" y="246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grpSp>
      <p:sp>
        <p:nvSpPr>
          <p:cNvPr id="8" name="Title 1"/>
          <p:cNvSpPr>
            <a:spLocks noGrp="1"/>
          </p:cNvSpPr>
          <p:nvPr>
            <p:ph type="ctrTitle"/>
          </p:nvPr>
        </p:nvSpPr>
        <p:spPr>
          <a:xfrm>
            <a:off x="3081528" y="777600"/>
            <a:ext cx="8509385" cy="860400"/>
          </a:xfrm>
        </p:spPr>
        <p:txBody>
          <a:bodyPr/>
          <a:lstStyle>
            <a:lvl1pPr>
              <a:defRPr>
                <a:solidFill>
                  <a:schemeClr val="bg1"/>
                </a:solidFill>
              </a:defRPr>
            </a:lvl1pPr>
          </a:lstStyle>
          <a:p>
            <a:r>
              <a:rPr lang="en-US" dirty="0"/>
              <a:t>Click to edit Master title style</a:t>
            </a:r>
            <a:endParaRPr lang="en-GB" dirty="0"/>
          </a:p>
        </p:txBody>
      </p:sp>
      <p:sp>
        <p:nvSpPr>
          <p:cNvPr id="9" name="Subtitle 2"/>
          <p:cNvSpPr>
            <a:spLocks noGrp="1"/>
          </p:cNvSpPr>
          <p:nvPr>
            <p:ph type="subTitle" idx="1"/>
          </p:nvPr>
        </p:nvSpPr>
        <p:spPr>
          <a:xfrm>
            <a:off x="3081528" y="1731938"/>
            <a:ext cx="6222953" cy="968400"/>
          </a:xfrm>
        </p:spPr>
        <p:txBody>
          <a:bodyPr/>
          <a:lstStyle>
            <a:lvl1pPr marL="0" indent="0" algn="l">
              <a:buNone/>
              <a:defRPr sz="2000">
                <a:solidFill>
                  <a:schemeClr val="bg1"/>
                </a:solidFill>
              </a:defRPr>
            </a:lvl1pPr>
            <a:lvl2pPr marL="0" indent="0" algn="l">
              <a:buNone/>
              <a:defRPr sz="1600">
                <a:solidFill>
                  <a:schemeClr val="bg1"/>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lvl="0"/>
            <a:r>
              <a:rPr lang="en-US" dirty="0"/>
              <a:t>Click to edit Master subtitle style</a:t>
            </a:r>
            <a:endParaRPr lang="en-GB" dirty="0"/>
          </a:p>
        </p:txBody>
      </p:sp>
      <p:pic>
        <p:nvPicPr>
          <p:cNvPr id="17" name="Picture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81528" y="5751576"/>
            <a:ext cx="989153" cy="749808"/>
          </a:xfrm>
          <a:prstGeom prst="rect">
            <a:avLst/>
          </a:prstGeom>
        </p:spPr>
      </p:pic>
    </p:spTree>
    <p:extLst>
      <p:ext uri="{BB962C8B-B14F-4D97-AF65-F5344CB8AC3E}">
        <p14:creationId xmlns:p14="http://schemas.microsoft.com/office/powerpoint/2010/main" val="198104584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Standard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9" name="Date Placeholder 8"/>
          <p:cNvSpPr>
            <a:spLocks noGrp="1"/>
          </p:cNvSpPr>
          <p:nvPr>
            <p:ph type="dt" sz="half" idx="10"/>
          </p:nvPr>
        </p:nvSpPr>
        <p:spPr/>
        <p:txBody>
          <a:bodyPr/>
          <a:lstStyle/>
          <a:p>
            <a:r>
              <a:rPr lang="en-US"/>
              <a:t>1 January 2014</a:t>
            </a:r>
            <a:endParaRPr lang="en-US" dirty="0"/>
          </a:p>
        </p:txBody>
      </p:sp>
      <p:sp>
        <p:nvSpPr>
          <p:cNvPr id="10" name="Footer Placeholder 9"/>
          <p:cNvSpPr>
            <a:spLocks noGrp="1"/>
          </p:cNvSpPr>
          <p:nvPr>
            <p:ph type="ftr" sz="quarter" idx="11"/>
          </p:nvPr>
        </p:nvSpPr>
        <p:spPr/>
        <p:txBody>
          <a:bodyPr/>
          <a:lstStyle/>
          <a:p>
            <a:r>
              <a:rPr lang="en-GB"/>
              <a:t>Presentation title</a:t>
            </a:r>
            <a:endParaRPr lang="en-GB" dirty="0"/>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Standard slide_no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lvl1pPr marL="0" indent="0">
              <a:spcBef>
                <a:spcPts val="0"/>
              </a:spcBef>
              <a:buNone/>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4" name="Date Placeholder 3"/>
          <p:cNvSpPr>
            <a:spLocks noGrp="1"/>
          </p:cNvSpPr>
          <p:nvPr>
            <p:ph type="dt" sz="half" idx="10"/>
          </p:nvPr>
        </p:nvSpPr>
        <p:spPr/>
        <p:txBody>
          <a:bodyPr/>
          <a:lstStyle/>
          <a:p>
            <a:r>
              <a:rPr lang="en-US"/>
              <a:t>1 January 2014</a:t>
            </a:r>
            <a:endParaRPr lang="en-US" dirty="0"/>
          </a:p>
        </p:txBody>
      </p:sp>
      <p:sp>
        <p:nvSpPr>
          <p:cNvPr id="6" name="Footer Placeholder 5"/>
          <p:cNvSpPr>
            <a:spLocks noGrp="1"/>
          </p:cNvSpPr>
          <p:nvPr>
            <p:ph type="ftr" sz="quarter" idx="11"/>
          </p:nvPr>
        </p:nvSpPr>
        <p:spPr/>
        <p:txBody>
          <a:bodyPr/>
          <a:lstStyle/>
          <a:p>
            <a:r>
              <a:rPr lang="en-GB"/>
              <a:t>Presentation title</a:t>
            </a:r>
            <a:endParaRPr lang="en-GB" dirty="0"/>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116655122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Standard slide_no_first_level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idx="1"/>
          </p:nvPr>
        </p:nvSpPr>
        <p:spPr/>
        <p:txBody>
          <a:bodyPr/>
          <a:lstStyle>
            <a:lvl1pPr marL="0" indent="0">
              <a:buNone/>
              <a:defRPr/>
            </a:lvl1pPr>
            <a:lvl2pPr marL="356616">
              <a:defRPr/>
            </a:lvl2pPr>
            <a:lvl3pPr marL="713232">
              <a:defRPr/>
            </a:lvl3pPr>
            <a:lvl4pPr marL="1069848">
              <a:defRPr/>
            </a:lvl4pPr>
            <a:lvl5pPr marL="1426464">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4" name="Date Placeholder 3"/>
          <p:cNvSpPr>
            <a:spLocks noGrp="1"/>
          </p:cNvSpPr>
          <p:nvPr>
            <p:ph type="dt" sz="half" idx="10"/>
          </p:nvPr>
        </p:nvSpPr>
        <p:spPr/>
        <p:txBody>
          <a:bodyPr/>
          <a:lstStyle/>
          <a:p>
            <a:r>
              <a:rPr lang="en-US"/>
              <a:t>1 January 2014</a:t>
            </a:r>
            <a:endParaRPr lang="en-US" dirty="0"/>
          </a:p>
        </p:txBody>
      </p:sp>
      <p:sp>
        <p:nvSpPr>
          <p:cNvPr id="6" name="Footer Placeholder 5"/>
          <p:cNvSpPr>
            <a:spLocks noGrp="1"/>
          </p:cNvSpPr>
          <p:nvPr>
            <p:ph type="ftr" sz="quarter" idx="11"/>
          </p:nvPr>
        </p:nvSpPr>
        <p:spPr/>
        <p:txBody>
          <a:bodyPr/>
          <a:lstStyle/>
          <a:p>
            <a:r>
              <a:rPr lang="en-GB"/>
              <a:t>Presentation title</a:t>
            </a:r>
            <a:endParaRPr lang="en-GB" dirty="0"/>
          </a:p>
        </p:txBody>
      </p:sp>
      <p:sp>
        <p:nvSpPr>
          <p:cNvPr id="9"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91931515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7"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6" name="Date Placeholder 5"/>
          <p:cNvSpPr>
            <a:spLocks noGrp="1"/>
          </p:cNvSpPr>
          <p:nvPr>
            <p:ph type="dt" sz="half" idx="10"/>
          </p:nvPr>
        </p:nvSpPr>
        <p:spPr/>
        <p:txBody>
          <a:bodyPr/>
          <a:lstStyle/>
          <a:p>
            <a:r>
              <a:rPr lang="en-US"/>
              <a:t>1 January 2014</a:t>
            </a:r>
            <a:endParaRPr lang="en-US" dirty="0"/>
          </a:p>
        </p:txBody>
      </p:sp>
      <p:sp>
        <p:nvSpPr>
          <p:cNvPr id="9" name="Footer Placeholder 8"/>
          <p:cNvSpPr>
            <a:spLocks noGrp="1"/>
          </p:cNvSpPr>
          <p:nvPr>
            <p:ph type="ftr" sz="quarter" idx="11"/>
          </p:nvPr>
        </p:nvSpPr>
        <p:spPr/>
        <p:txBody>
          <a:bodyPr/>
          <a:lstStyle/>
          <a:p>
            <a:r>
              <a:rPr lang="en-GB"/>
              <a:t>Presentation title</a:t>
            </a:r>
            <a:endParaRPr lang="en-GB" dirty="0"/>
          </a:p>
        </p:txBody>
      </p:sp>
      <p:sp>
        <p:nvSpPr>
          <p:cNvPr id="10"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no l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6" name="Date Placeholder 5"/>
          <p:cNvSpPr>
            <a:spLocks noGrp="1"/>
          </p:cNvSpPr>
          <p:nvPr>
            <p:ph type="dt" sz="half" idx="10"/>
          </p:nvPr>
        </p:nvSpPr>
        <p:spPr/>
        <p:txBody>
          <a:bodyPr/>
          <a:lstStyle/>
          <a:p>
            <a:r>
              <a:rPr lang="en-US"/>
              <a:t>1 January 2014</a:t>
            </a:r>
            <a:endParaRPr lang="en-US" dirty="0"/>
          </a:p>
        </p:txBody>
      </p:sp>
      <p:sp>
        <p:nvSpPr>
          <p:cNvPr id="9" name="Footer Placeholder 8"/>
          <p:cNvSpPr>
            <a:spLocks noGrp="1"/>
          </p:cNvSpPr>
          <p:nvPr>
            <p:ph type="ftr" sz="quarter" idx="11"/>
          </p:nvPr>
        </p:nvSpPr>
        <p:spPr/>
        <p:txBody>
          <a:bodyPr/>
          <a:lstStyle/>
          <a:p>
            <a:r>
              <a:rPr lang="en-GB"/>
              <a:t>Presentation title</a:t>
            </a:r>
            <a:endParaRPr lang="en-GB" dirty="0"/>
          </a:p>
        </p:txBody>
      </p:sp>
      <p:sp>
        <p:nvSpPr>
          <p:cNvPr id="7"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225602008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Two columns, no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3" name="Content Placeholder 2"/>
          <p:cNvSpPr>
            <a:spLocks noGrp="1"/>
          </p:cNvSpPr>
          <p:nvPr>
            <p:ph sz="half" idx="1"/>
          </p:nvPr>
        </p:nvSpPr>
        <p:spPr>
          <a:xfrm>
            <a:off x="608277" y="1425575"/>
            <a:ext cx="5387605" cy="4719638"/>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9188" y="1425575"/>
            <a:ext cx="5387605" cy="4719638"/>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9" name="Date Placeholder 8"/>
          <p:cNvSpPr>
            <a:spLocks noGrp="1"/>
          </p:cNvSpPr>
          <p:nvPr>
            <p:ph type="dt" sz="half" idx="10"/>
          </p:nvPr>
        </p:nvSpPr>
        <p:spPr/>
        <p:txBody>
          <a:bodyPr/>
          <a:lstStyle/>
          <a:p>
            <a:r>
              <a:rPr lang="en-US"/>
              <a:t>1 January 2014</a:t>
            </a:r>
            <a:endParaRPr lang="en-US" dirty="0"/>
          </a:p>
        </p:txBody>
      </p:sp>
      <p:sp>
        <p:nvSpPr>
          <p:cNvPr id="10" name="Footer Placeholder 9"/>
          <p:cNvSpPr>
            <a:spLocks noGrp="1"/>
          </p:cNvSpPr>
          <p:nvPr>
            <p:ph type="ftr" sz="quarter" idx="11"/>
          </p:nvPr>
        </p:nvSpPr>
        <p:spPr/>
        <p:txBody>
          <a:bodyPr/>
          <a:lstStyle/>
          <a:p>
            <a:r>
              <a:rPr lang="en-GB"/>
              <a:t>Presentation title</a:t>
            </a:r>
            <a:endParaRPr lang="en-GB" dirty="0"/>
          </a:p>
        </p:txBody>
      </p:sp>
      <p:sp>
        <p:nvSpPr>
          <p:cNvPr id="11"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wo columns with heading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dirty="0"/>
              <a:t>Click to edit Master title style</a:t>
            </a:r>
            <a:endParaRPr lang="en-GB" dirty="0"/>
          </a:p>
        </p:txBody>
      </p:sp>
      <p:sp>
        <p:nvSpPr>
          <p:cNvPr id="3" name="Content Placeholder 2"/>
          <p:cNvSpPr>
            <a:spLocks noGrp="1"/>
          </p:cNvSpPr>
          <p:nvPr>
            <p:ph sz="half" idx="1"/>
          </p:nvPr>
        </p:nvSpPr>
        <p:spPr>
          <a:xfrm>
            <a:off x="612648"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6199632" y="2130552"/>
            <a:ext cx="5393208" cy="3994963"/>
          </a:xfrm>
        </p:spPr>
        <p:txBody>
          <a:bodyPr/>
          <a:lstStyle>
            <a:lvl1pPr>
              <a:defRPr sz="24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Line 10"/>
          <p:cNvSpPr>
            <a:spLocks noChangeShapeType="1"/>
          </p:cNvSpPr>
          <p:nvPr userDrawn="1"/>
        </p:nvSpPr>
        <p:spPr bwMode="auto">
          <a:xfrm>
            <a:off x="609918" y="1044000"/>
            <a:ext cx="10978515" cy="0"/>
          </a:xfrm>
          <a:prstGeom prst="line">
            <a:avLst/>
          </a:prstGeom>
          <a:noFill/>
          <a:ln w="19050">
            <a:solidFill>
              <a:schemeClr val="accent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
        <p:nvSpPr>
          <p:cNvPr id="10" name="Text Placeholder 9"/>
          <p:cNvSpPr>
            <a:spLocks noGrp="1"/>
          </p:cNvSpPr>
          <p:nvPr>
            <p:ph type="body" sz="quarter" idx="12"/>
          </p:nvPr>
        </p:nvSpPr>
        <p:spPr>
          <a:xfrm>
            <a:off x="612648" y="1425575"/>
            <a:ext cx="5393208" cy="640800"/>
          </a:xfrm>
        </p:spPr>
        <p:txBody>
          <a:bodyPr anchor="t" anchorCtr="0"/>
          <a:lstStyle>
            <a:lvl1pPr>
              <a:buNone/>
              <a:defRPr b="1">
                <a:solidFill>
                  <a:schemeClr val="bg1"/>
                </a:solidFill>
              </a:defRPr>
            </a:lvl1pPr>
          </a:lstStyle>
          <a:p>
            <a:pPr lvl="0"/>
            <a:endParaRPr lang="en-GB" dirty="0"/>
          </a:p>
        </p:txBody>
      </p:sp>
      <p:sp>
        <p:nvSpPr>
          <p:cNvPr id="11" name="Text Placeholder 9"/>
          <p:cNvSpPr>
            <a:spLocks noGrp="1"/>
          </p:cNvSpPr>
          <p:nvPr>
            <p:ph type="body" sz="quarter" idx="13"/>
          </p:nvPr>
        </p:nvSpPr>
        <p:spPr>
          <a:xfrm>
            <a:off x="6199632" y="1425575"/>
            <a:ext cx="5393208" cy="640800"/>
          </a:xfrm>
        </p:spPr>
        <p:txBody>
          <a:bodyPr anchor="t" anchorCtr="0"/>
          <a:lstStyle>
            <a:lvl1pPr>
              <a:buNone/>
              <a:defRPr b="1">
                <a:solidFill>
                  <a:schemeClr val="bg1"/>
                </a:solidFill>
              </a:defRPr>
            </a:lvl1pPr>
          </a:lstStyle>
          <a:p>
            <a:pPr lvl="0"/>
            <a:endParaRPr lang="en-GB" dirty="0"/>
          </a:p>
        </p:txBody>
      </p:sp>
      <p:sp>
        <p:nvSpPr>
          <p:cNvPr id="12" name="Date Placeholder 11"/>
          <p:cNvSpPr>
            <a:spLocks noGrp="1"/>
          </p:cNvSpPr>
          <p:nvPr>
            <p:ph type="dt" sz="half" idx="14"/>
          </p:nvPr>
        </p:nvSpPr>
        <p:spPr/>
        <p:txBody>
          <a:bodyPr/>
          <a:lstStyle/>
          <a:p>
            <a:r>
              <a:rPr lang="en-US"/>
              <a:t>1 January 2014</a:t>
            </a:r>
            <a:endParaRPr lang="en-US" dirty="0"/>
          </a:p>
        </p:txBody>
      </p:sp>
      <p:sp>
        <p:nvSpPr>
          <p:cNvPr id="13" name="Footer Placeholder 12"/>
          <p:cNvSpPr>
            <a:spLocks noGrp="1"/>
          </p:cNvSpPr>
          <p:nvPr>
            <p:ph type="ftr" sz="quarter" idx="15"/>
          </p:nvPr>
        </p:nvSpPr>
        <p:spPr/>
        <p:txBody>
          <a:bodyPr/>
          <a:lstStyle/>
          <a:p>
            <a:r>
              <a:rPr lang="en-GB"/>
              <a:t>Presentation title</a:t>
            </a:r>
            <a:endParaRPr lang="en-GB" dirty="0"/>
          </a:p>
        </p:txBody>
      </p:sp>
      <p:sp>
        <p:nvSpPr>
          <p:cNvPr id="14"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Key statement">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607802" y="1025526"/>
            <a:ext cx="10978515" cy="1643063"/>
          </a:xfrm>
        </p:spPr>
        <p:txBody>
          <a:bodyPr/>
          <a:lstStyle>
            <a:lvl1pPr marL="0" indent="0" algn="l">
              <a:lnSpc>
                <a:spcPct val="85000"/>
              </a:lnSpc>
              <a:spcBef>
                <a:spcPts val="0"/>
              </a:spcBef>
              <a:buNone/>
              <a:defRPr sz="5000" b="1">
                <a:solidFill>
                  <a:schemeClr val="bg2"/>
                </a:solidFill>
                <a:latin typeface="+mn-lt"/>
              </a:defRPr>
            </a:lvl1pPr>
            <a:lvl2pPr marL="0" indent="0">
              <a:buNone/>
              <a:defRPr/>
            </a:lvl2pPr>
            <a:lvl3pPr marL="0" indent="0">
              <a:buNone/>
              <a:defRPr/>
            </a:lvl3pPr>
            <a:lvl4pPr marL="0" indent="0">
              <a:buNone/>
              <a:defRPr/>
            </a:lvl4pPr>
            <a:lvl5pPr marL="0" indent="0">
              <a:buNone/>
              <a:defRPr/>
            </a:lvl5pPr>
          </a:lstStyle>
          <a:p>
            <a:pPr lvl="0"/>
            <a:r>
              <a:rPr lang="en-US" dirty="0"/>
              <a:t>Click to edit Master text styles</a:t>
            </a:r>
          </a:p>
        </p:txBody>
      </p:sp>
      <p:sp>
        <p:nvSpPr>
          <p:cNvPr id="6" name="Date Placeholder 5"/>
          <p:cNvSpPr>
            <a:spLocks noGrp="1"/>
          </p:cNvSpPr>
          <p:nvPr>
            <p:ph type="dt" sz="half" idx="12"/>
          </p:nvPr>
        </p:nvSpPr>
        <p:spPr/>
        <p:txBody>
          <a:bodyPr/>
          <a:lstStyle/>
          <a:p>
            <a:r>
              <a:rPr lang="en-US"/>
              <a:t>1 January 2014</a:t>
            </a:r>
            <a:endParaRPr lang="en-US" dirty="0"/>
          </a:p>
        </p:txBody>
      </p:sp>
      <p:sp>
        <p:nvSpPr>
          <p:cNvPr id="7" name="Footer Placeholder 6"/>
          <p:cNvSpPr>
            <a:spLocks noGrp="1"/>
          </p:cNvSpPr>
          <p:nvPr>
            <p:ph type="ftr" sz="quarter" idx="13"/>
          </p:nvPr>
        </p:nvSpPr>
        <p:spPr/>
        <p:txBody>
          <a:bodyPr/>
          <a:lstStyle/>
          <a:p>
            <a:r>
              <a:rPr lang="en-GB"/>
              <a:t>Presentation title</a:t>
            </a:r>
            <a:endParaRPr lang="en-GB" dirty="0"/>
          </a:p>
        </p:txBody>
      </p:sp>
      <p:sp>
        <p:nvSpPr>
          <p:cNvPr id="8"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91301120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dirty="0"/>
              <a:t>Click to edit Master title style</a:t>
            </a:r>
          </a:p>
        </p:txBody>
      </p:sp>
      <p:sp>
        <p:nvSpPr>
          <p:cNvPr id="6" name="Freeform 6"/>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endParaRPr lang="en-US" dirty="0"/>
          </a:p>
        </p:txBody>
      </p:sp>
      <p:sp>
        <p:nvSpPr>
          <p:cNvPr id="7" name="Footer Placeholder 6"/>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199994089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dirty="0"/>
              <a:t>Click to edit Master title style</a:t>
            </a:r>
          </a:p>
        </p:txBody>
      </p:sp>
      <p:sp>
        <p:nvSpPr>
          <p:cNvPr id="6" name="Freeform 5"/>
          <p:cNvSpPr>
            <a:spLocks/>
          </p:cNvSpPr>
          <p:nvPr userDrawn="1"/>
        </p:nvSpPr>
        <p:spPr bwMode="gray">
          <a:xfrm>
            <a:off x="598488"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5" name="Date Placeholder 4"/>
          <p:cNvSpPr>
            <a:spLocks noGrp="1"/>
          </p:cNvSpPr>
          <p:nvPr>
            <p:ph type="dt" sz="half" idx="10"/>
          </p:nvPr>
        </p:nvSpPr>
        <p:spPr/>
        <p:txBody>
          <a:bodyPr/>
          <a:lstStyle/>
          <a:p>
            <a:r>
              <a:rPr lang="en-US"/>
              <a:t>1 January 2014</a:t>
            </a:r>
            <a:endParaRPr lang="en-US" dirty="0"/>
          </a:p>
        </p:txBody>
      </p:sp>
      <p:sp>
        <p:nvSpPr>
          <p:cNvPr id="7" name="Footer Placeholder 6"/>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252864780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vider 3">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609918" y="201168"/>
            <a:ext cx="10978515" cy="80467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algn="l">
              <a:defRPr>
                <a:solidFill>
                  <a:schemeClr val="bg1"/>
                </a:solidFill>
              </a:defRPr>
            </a:lvl1pPr>
          </a:lstStyle>
          <a:p>
            <a:pPr lvl="0" algn="l" fontAlgn="base">
              <a:lnSpc>
                <a:spcPct val="85000"/>
              </a:lnSpc>
              <a:spcAft>
                <a:spcPct val="0"/>
              </a:spcAft>
            </a:pPr>
            <a:r>
              <a:rPr lang="en-US" dirty="0"/>
              <a:t>Click to edit Master title style</a:t>
            </a:r>
          </a:p>
        </p:txBody>
      </p:sp>
      <p:sp>
        <p:nvSpPr>
          <p:cNvPr id="5" name="Freeform 4"/>
          <p:cNvSpPr>
            <a:spLocks/>
          </p:cNvSpPr>
          <p:nvPr userDrawn="1"/>
        </p:nvSpPr>
        <p:spPr bwMode="gray">
          <a:xfrm>
            <a:off x="594996" y="1057275"/>
            <a:ext cx="10993437" cy="5195888"/>
          </a:xfrm>
          <a:custGeom>
            <a:avLst/>
            <a:gdLst/>
            <a:ahLst/>
            <a:cxnLst>
              <a:cxn ang="0">
                <a:pos x="0" y="0"/>
              </a:cxn>
              <a:cxn ang="0">
                <a:pos x="6925" y="0"/>
              </a:cxn>
              <a:cxn ang="0">
                <a:pos x="6925" y="2053"/>
              </a:cxn>
              <a:cxn ang="0">
                <a:pos x="0" y="3273"/>
              </a:cxn>
              <a:cxn ang="0">
                <a:pos x="0" y="0"/>
              </a:cxn>
            </a:cxnLst>
            <a:rect l="0" t="0" r="r" b="b"/>
            <a:pathLst>
              <a:path w="6925" h="3273">
                <a:moveTo>
                  <a:pt x="0" y="0"/>
                </a:moveTo>
                <a:lnTo>
                  <a:pt x="6925" y="0"/>
                </a:lnTo>
                <a:lnTo>
                  <a:pt x="6925" y="2053"/>
                </a:lnTo>
                <a:lnTo>
                  <a:pt x="0" y="3273"/>
                </a:lnTo>
                <a:lnTo>
                  <a:pt x="0" y="0"/>
                </a:lnTo>
                <a:close/>
              </a:path>
            </a:pathLst>
          </a:custGeom>
          <a:blipFill dpi="0" rotWithShape="1">
            <a:blip r:embed="rId2" cstate="print"/>
            <a:srcRect/>
            <a:tile tx="0" ty="0" sx="100000" sy="100000" flip="none" algn="tl"/>
          </a:blipFill>
          <a:ln w="9525">
            <a:noFill/>
            <a:round/>
            <a:headEnd/>
            <a:tailEnd/>
          </a:ln>
        </p:spPr>
        <p:txBody>
          <a:bodyPr vert="horz" wrap="square" lIns="91440" tIns="45720" rIns="91440" bIns="45720" numCol="1" anchor="t" anchorCtr="0" compatLnSpc="1">
            <a:prstTxWarp prst="textNoShape">
              <a:avLst/>
            </a:prstTxWarp>
          </a:bodyPr>
          <a:lstStyle/>
          <a:p>
            <a:endParaRPr lang="en-GB">
              <a:solidFill>
                <a:schemeClr val="bg1"/>
              </a:solidFill>
            </a:endParaRPr>
          </a:p>
        </p:txBody>
      </p:sp>
      <p:sp>
        <p:nvSpPr>
          <p:cNvPr id="6" name="Date Placeholder 5"/>
          <p:cNvSpPr>
            <a:spLocks noGrp="1"/>
          </p:cNvSpPr>
          <p:nvPr>
            <p:ph type="dt" sz="half" idx="10"/>
          </p:nvPr>
        </p:nvSpPr>
        <p:spPr/>
        <p:txBody>
          <a:bodyPr/>
          <a:lstStyle/>
          <a:p>
            <a:r>
              <a:rPr lang="en-US"/>
              <a:t>1 January 2014</a:t>
            </a:r>
            <a:endParaRPr lang="en-US" dirty="0"/>
          </a:p>
        </p:txBody>
      </p:sp>
      <p:sp>
        <p:nvSpPr>
          <p:cNvPr id="7" name="Footer Placeholder 6"/>
          <p:cNvSpPr>
            <a:spLocks noGrp="1"/>
          </p:cNvSpPr>
          <p:nvPr>
            <p:ph type="ftr" sz="quarter" idx="11"/>
          </p:nvPr>
        </p:nvSpPr>
        <p:spPr/>
        <p:txBody>
          <a:bodyPr/>
          <a:lstStyle/>
          <a:p>
            <a:r>
              <a:rPr lang="en-GB"/>
              <a:t>Presentation title</a:t>
            </a:r>
            <a:endParaRPr lang="en-GB" dirty="0"/>
          </a:p>
        </p:txBody>
      </p:sp>
    </p:spTree>
    <p:extLst>
      <p:ext uri="{BB962C8B-B14F-4D97-AF65-F5344CB8AC3E}">
        <p14:creationId xmlns:p14="http://schemas.microsoft.com/office/powerpoint/2010/main" val="252864780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a:t>1 January 2014</a:t>
            </a:r>
            <a:endParaRPr lang="en-US" dirty="0"/>
          </a:p>
        </p:txBody>
      </p:sp>
      <p:sp>
        <p:nvSpPr>
          <p:cNvPr id="5" name="Footer Placeholder 4"/>
          <p:cNvSpPr>
            <a:spLocks noGrp="1"/>
          </p:cNvSpPr>
          <p:nvPr>
            <p:ph type="ftr" sz="quarter" idx="11"/>
          </p:nvPr>
        </p:nvSpPr>
        <p:spPr/>
        <p:txBody>
          <a:bodyPr/>
          <a:lstStyle/>
          <a:p>
            <a:r>
              <a:rPr lang="en-GB"/>
              <a:t>Presentation title</a:t>
            </a:r>
            <a:endParaRPr lang="en-GB" dirty="0"/>
          </a:p>
        </p:txBody>
      </p:sp>
      <p:sp>
        <p:nvSpPr>
          <p:cNvPr id="6" name="Line 11"/>
          <p:cNvSpPr>
            <a:spLocks noChangeShapeType="1"/>
          </p:cNvSpPr>
          <p:nvPr userDrawn="1"/>
        </p:nvSpPr>
        <p:spPr bwMode="auto">
          <a:xfrm>
            <a:off x="609918" y="6245352"/>
            <a:ext cx="10978515" cy="0"/>
          </a:xfrm>
          <a:prstGeom prst="line">
            <a:avLst/>
          </a:prstGeom>
          <a:noFill/>
          <a:ln w="3175">
            <a:solidFill>
              <a:srgbClr val="808080"/>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noProof="0" dirty="0">
              <a:solidFill>
                <a:schemeClr val="bg1"/>
              </a:solidFill>
            </a:endParaRPr>
          </a:p>
        </p:txBody>
      </p:sp>
    </p:spTree>
    <p:extLst>
      <p:ext uri="{BB962C8B-B14F-4D97-AF65-F5344CB8AC3E}">
        <p14:creationId xmlns:p14="http://schemas.microsoft.com/office/powerpoint/2010/main" val="335068083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Final legal text">
    <p:spTree>
      <p:nvGrpSpPr>
        <p:cNvPr id="1" name=""/>
        <p:cNvGrpSpPr/>
        <p:nvPr/>
      </p:nvGrpSpPr>
      <p:grpSpPr>
        <a:xfrm>
          <a:off x="0" y="0"/>
          <a:ext cx="0" cy="0"/>
          <a:chOff x="0" y="0"/>
          <a:chExt cx="0" cy="0"/>
        </a:xfrm>
      </p:grpSpPr>
      <p:sp>
        <p:nvSpPr>
          <p:cNvPr id="8" name="Content Placeholder 2"/>
          <p:cNvSpPr>
            <a:spLocks noGrp="1"/>
          </p:cNvSpPr>
          <p:nvPr>
            <p:ph idx="1"/>
          </p:nvPr>
        </p:nvSpPr>
        <p:spPr>
          <a:xfrm>
            <a:off x="607799" y="719139"/>
            <a:ext cx="4677635" cy="5210062"/>
          </a:xfrm>
        </p:spPr>
        <p:txBody>
          <a:bodyPr/>
          <a:lstStyle>
            <a:lvl1pPr marL="0" indent="0" algn="l" defTabSz="995363" rtl="0" fontAlgn="base">
              <a:lnSpc>
                <a:spcPct val="100000"/>
              </a:lnSpc>
              <a:spcBef>
                <a:spcPct val="70000"/>
              </a:spcBef>
              <a:spcAft>
                <a:spcPct val="0"/>
              </a:spcAft>
              <a:buSzPct val="100000"/>
              <a:buNone/>
              <a:defRPr lang="en-US" sz="1200" kern="1200" noProof="0" dirty="0" smtClean="0">
                <a:solidFill>
                  <a:schemeClr val="bg1"/>
                </a:solidFill>
                <a:latin typeface="+mn-lt"/>
                <a:ea typeface="+mn-ea"/>
                <a:cs typeface="Arial" pitchFamily="34" charset="0"/>
              </a:defRPr>
            </a:lvl1pPr>
            <a:lvl2pPr marL="0" indent="0" algn="l" defTabSz="995363" rtl="0" fontAlgn="base">
              <a:lnSpc>
                <a:spcPct val="100000"/>
              </a:lnSpc>
              <a:spcBef>
                <a:spcPct val="0"/>
              </a:spcBef>
              <a:spcAft>
                <a:spcPct val="0"/>
              </a:spcAft>
              <a:buSzPct val="100000"/>
              <a:buNone/>
              <a:defRPr lang="en-US" sz="900" b="1" kern="1200" noProof="0" dirty="0" smtClean="0">
                <a:solidFill>
                  <a:schemeClr val="bg1"/>
                </a:solidFill>
                <a:latin typeface="+mn-lt"/>
                <a:ea typeface="+mn-ea"/>
                <a:cs typeface="Arial" pitchFamily="34" charset="0"/>
              </a:defRPr>
            </a:lvl2pPr>
            <a:lvl3pPr marL="176213" indent="-176213" algn="l" defTabSz="995363" rtl="0" fontAlgn="base">
              <a:lnSpc>
                <a:spcPct val="100000"/>
              </a:lnSpc>
              <a:spcBef>
                <a:spcPct val="0"/>
              </a:spcBef>
              <a:spcAft>
                <a:spcPct val="0"/>
              </a:spcAft>
              <a:buClr>
                <a:schemeClr val="accent2"/>
              </a:buClr>
              <a:buSzPct val="70000"/>
              <a:buFont typeface="Arial" pitchFamily="34" charset="0"/>
              <a:buChar char="►"/>
              <a:defRPr lang="en-US" sz="900" b="1" kern="1200" noProof="0" dirty="0" smtClean="0">
                <a:solidFill>
                  <a:schemeClr val="bg1"/>
                </a:solidFill>
                <a:latin typeface="+mn-lt"/>
                <a:ea typeface="+mn-ea"/>
                <a:cs typeface="Arial" pitchFamily="34" charset="0"/>
              </a:defRPr>
            </a:lvl3pPr>
            <a:lvl4pPr marL="0" indent="0" algn="l" defTabSz="995363" rtl="0" fontAlgn="base">
              <a:lnSpc>
                <a:spcPct val="100000"/>
              </a:lnSpc>
              <a:spcBef>
                <a:spcPct val="0"/>
              </a:spcBef>
              <a:spcAft>
                <a:spcPct val="0"/>
              </a:spcAft>
              <a:buSzPct val="100000"/>
              <a:buNone/>
              <a:defRPr lang="en-US" sz="800" kern="1200" noProof="0" dirty="0" smtClean="0">
                <a:solidFill>
                  <a:schemeClr val="bg1"/>
                </a:solidFill>
                <a:latin typeface="+mn-lt"/>
                <a:ea typeface="+mn-ea"/>
                <a:cs typeface="Arial" pitchFamily="34" charset="0"/>
              </a:defRPr>
            </a:lvl4pPr>
            <a:lvl5pPr marL="188913" indent="-188913" algn="l" defTabSz="995363" rtl="0" fontAlgn="base">
              <a:lnSpc>
                <a:spcPct val="100000"/>
              </a:lnSpc>
              <a:spcBef>
                <a:spcPct val="0"/>
              </a:spcBef>
              <a:spcAft>
                <a:spcPct val="0"/>
              </a:spcAft>
              <a:buClr>
                <a:schemeClr val="accent2"/>
              </a:buClr>
              <a:buSzPct val="70000"/>
              <a:buFont typeface="Arial" pitchFamily="34" charset="0"/>
              <a:buChar char="►"/>
              <a:defRPr lang="en-US" sz="800" kern="1200" noProof="0" dirty="0">
                <a:solidFill>
                  <a:schemeClr val="bg1"/>
                </a:solidFill>
                <a:latin typeface="+mn-lt"/>
                <a:ea typeface="+mn-ea"/>
                <a:cs typeface="Arial" pitchFamily="34" charset="0"/>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90007778"/>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767189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slideLayout" Target="../slideLayouts/slideLayout3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theme" Target="../theme/theme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21" Type="http://schemas.openxmlformats.org/officeDocument/2006/relationships/image" Target="../media/image8.wmf"/><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theme" Target="../theme/theme3.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2.xml"/><Relationship Id="rId13" Type="http://schemas.openxmlformats.org/officeDocument/2006/relationships/slideLayout" Target="../slideLayouts/slideLayout67.xml"/><Relationship Id="rId18" Type="http://schemas.openxmlformats.org/officeDocument/2006/relationships/slideLayout" Target="../slideLayouts/slideLayout72.xml"/><Relationship Id="rId3" Type="http://schemas.openxmlformats.org/officeDocument/2006/relationships/slideLayout" Target="../slideLayouts/slideLayout57.xml"/><Relationship Id="rId21" Type="http://schemas.openxmlformats.org/officeDocument/2006/relationships/image" Target="../media/image16.wmf"/><Relationship Id="rId7" Type="http://schemas.openxmlformats.org/officeDocument/2006/relationships/slideLayout" Target="../slideLayouts/slideLayout61.xml"/><Relationship Id="rId12" Type="http://schemas.openxmlformats.org/officeDocument/2006/relationships/slideLayout" Target="../slideLayouts/slideLayout66.xml"/><Relationship Id="rId17" Type="http://schemas.openxmlformats.org/officeDocument/2006/relationships/slideLayout" Target="../slideLayouts/slideLayout71.xml"/><Relationship Id="rId2" Type="http://schemas.openxmlformats.org/officeDocument/2006/relationships/slideLayout" Target="../slideLayouts/slideLayout56.xml"/><Relationship Id="rId16" Type="http://schemas.openxmlformats.org/officeDocument/2006/relationships/slideLayout" Target="../slideLayouts/slideLayout70.xml"/><Relationship Id="rId20" Type="http://schemas.openxmlformats.org/officeDocument/2006/relationships/theme" Target="../theme/theme4.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5" Type="http://schemas.openxmlformats.org/officeDocument/2006/relationships/slideLayout" Target="../slideLayouts/slideLayout69.xml"/><Relationship Id="rId10" Type="http://schemas.openxmlformats.org/officeDocument/2006/relationships/slideLayout" Target="../slideLayouts/slideLayout64.xml"/><Relationship Id="rId19" Type="http://schemas.openxmlformats.org/officeDocument/2006/relationships/slideLayout" Target="../slideLayouts/slideLayout73.xml"/><Relationship Id="rId4" Type="http://schemas.openxmlformats.org/officeDocument/2006/relationships/slideLayout" Target="../slideLayouts/slideLayout58.xml"/><Relationship Id="rId9" Type="http://schemas.openxmlformats.org/officeDocument/2006/relationships/slideLayout" Target="../slideLayouts/slideLayout63.xml"/><Relationship Id="rId14" Type="http://schemas.openxmlformats.org/officeDocument/2006/relationships/slideLayout" Target="../slideLayouts/slideLayout6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201600"/>
            <a:ext cx="10978515" cy="860400"/>
          </a:xfrm>
          <a:prstGeom prst="rect">
            <a:avLst/>
          </a:prstGeom>
        </p:spPr>
        <p:txBody>
          <a:bodyPr vert="horz" lIns="0" tIns="0" rIns="0" bIns="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609918" y="1425600"/>
            <a:ext cx="10978515" cy="4700016"/>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defRPr sz="1100">
                <a:solidFill>
                  <a:schemeClr val="bg1"/>
                </a:solidFill>
                <a:latin typeface="+mn-lt"/>
              </a:defRPr>
            </a:lvl1pPr>
          </a:lstStyle>
          <a:p>
            <a:r>
              <a:rPr lang="en-GB" dirty="0"/>
              <a:t>Presentation title</a:t>
            </a:r>
          </a:p>
        </p:txBody>
      </p:sp>
      <p:sp>
        <p:nvSpPr>
          <p:cNvPr id="7" name="TextBox 6"/>
          <p:cNvSpPr txBox="1"/>
          <p:nvPr/>
        </p:nvSpPr>
        <p:spPr>
          <a:xfrm>
            <a:off x="609918" y="6519672"/>
            <a:ext cx="885600" cy="201168"/>
          </a:xfrm>
          <a:prstGeom prst="rect">
            <a:avLst/>
          </a:prstGeom>
          <a:noFill/>
        </p:spPr>
        <p:txBody>
          <a:bodyPr wrap="square" lIns="0" tIns="0" rIns="0" bIns="0" rtlCol="0" anchor="t" anchorCtr="0">
            <a:noAutofit/>
          </a:bodyPr>
          <a:lstStyle/>
          <a:p>
            <a:r>
              <a:rPr lang="en-GB" sz="1100" dirty="0">
                <a:solidFill>
                  <a:schemeClr val="bg1"/>
                </a:solidFill>
                <a:latin typeface="+mn-lt"/>
              </a:rPr>
              <a:t>Page </a:t>
            </a:r>
            <a:fld id="{9AE4D82F-B047-469B-AC52-A46321747EAF}" type="slidenum">
              <a:rPr lang="en-GB" sz="1100" smtClean="0">
                <a:solidFill>
                  <a:schemeClr val="bg1"/>
                </a:solidFill>
                <a:latin typeface="+mn-lt"/>
              </a:rPr>
              <a:pPr/>
              <a:t>‹#›</a:t>
            </a:fld>
            <a:endParaRPr lang="en-GB" sz="1100" dirty="0">
              <a:solidFill>
                <a:schemeClr val="bg1"/>
              </a:solidFill>
              <a:latin typeface="+mn-lt"/>
            </a:endParaRPr>
          </a:p>
        </p:txBody>
      </p:sp>
      <p:sp>
        <p:nvSpPr>
          <p:cNvPr id="4"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defRPr sz="1100">
                <a:solidFill>
                  <a:schemeClr val="bg1"/>
                </a:solidFill>
                <a:latin typeface="+mn-lt"/>
              </a:defRPr>
            </a:lvl1pPr>
          </a:lstStyle>
          <a:p>
            <a:r>
              <a:rPr lang="en-US" dirty="0"/>
              <a:t>1 January 2014</a:t>
            </a:r>
          </a:p>
        </p:txBody>
      </p:sp>
    </p:spTree>
  </p:cSld>
  <p:clrMap bg1="lt1" tx1="dk1" bg2="lt2" tx2="dk2" accent1="accent1" accent2="accent2" accent3="accent3" accent4="accent4" accent5="accent5" accent6="accent6" hlink="hlink" folHlink="folHlink"/>
  <p:sldLayoutIdLst>
    <p:sldLayoutId id="2147483667" r:id="rId1"/>
    <p:sldLayoutId id="2147483777" r:id="rId2"/>
    <p:sldLayoutId id="2147483668" r:id="rId3"/>
    <p:sldLayoutId id="2147483730" r:id="rId4"/>
    <p:sldLayoutId id="2147483731" r:id="rId5"/>
    <p:sldLayoutId id="2147483669" r:id="rId6"/>
    <p:sldLayoutId id="2147483773" r:id="rId7"/>
    <p:sldLayoutId id="2147483670" r:id="rId8"/>
    <p:sldLayoutId id="2147483671" r:id="rId9"/>
    <p:sldLayoutId id="2147483672" r:id="rId10"/>
    <p:sldLayoutId id="2147483673" r:id="rId11"/>
    <p:sldLayoutId id="2147483674" r:id="rId12"/>
    <p:sldLayoutId id="2147483726" r:id="rId13"/>
    <p:sldLayoutId id="2147483677" r:id="rId14"/>
    <p:sldLayoutId id="2147483678" r:id="rId15"/>
    <p:sldLayoutId id="2147483679" r:id="rId16"/>
  </p:sldLayoutIdLst>
  <p:hf sldNum="0" hdr="0"/>
  <p:txStyles>
    <p:titleStyle>
      <a:lvl1pPr algn="l" defTabSz="914400" rtl="0" eaLnBrk="1" latinLnBrk="0" hangingPunct="1">
        <a:lnSpc>
          <a:spcPct val="85000"/>
        </a:lnSpc>
        <a:spcBef>
          <a:spcPct val="0"/>
        </a:spcBef>
        <a:buNone/>
        <a:defRPr sz="3000" b="1" kern="1200">
          <a:solidFill>
            <a:schemeClr val="bg1"/>
          </a:solidFill>
          <a:latin typeface="+mn-lt"/>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201600"/>
            <a:ext cx="10978515"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918" y="1425600"/>
            <a:ext cx="10978515" cy="469800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defRPr sz="1100">
                <a:solidFill>
                  <a:schemeClr val="bg1"/>
                </a:solidFill>
                <a:latin typeface="+mn-lt"/>
              </a:defRPr>
            </a:lvl1pPr>
          </a:lstStyle>
          <a:p>
            <a:r>
              <a:rPr lang="en-GB" dirty="0"/>
              <a:t>Presentation title</a:t>
            </a:r>
          </a:p>
        </p:txBody>
      </p:sp>
      <p:sp>
        <p:nvSpPr>
          <p:cNvPr id="7" name="TextBox 6"/>
          <p:cNvSpPr txBox="1"/>
          <p:nvPr/>
        </p:nvSpPr>
        <p:spPr>
          <a:xfrm>
            <a:off x="609918" y="6519672"/>
            <a:ext cx="886968" cy="201168"/>
          </a:xfrm>
          <a:prstGeom prst="rect">
            <a:avLst/>
          </a:prstGeom>
          <a:noFill/>
        </p:spPr>
        <p:txBody>
          <a:bodyPr wrap="square" lIns="0" tIns="0" rIns="0" bIns="0" rtlCol="0" anchor="t" anchorCtr="0">
            <a:noAutofit/>
          </a:bodyPr>
          <a:lstStyle/>
          <a:p>
            <a:r>
              <a:rPr lang="en-GB" sz="1100" dirty="0">
                <a:solidFill>
                  <a:schemeClr val="bg1"/>
                </a:solidFill>
                <a:latin typeface="+mn-lt"/>
              </a:rPr>
              <a:t>Page </a:t>
            </a:r>
            <a:fld id="{9AE4D82F-B047-469B-AC52-A46321747EAF}" type="slidenum">
              <a:rPr lang="en-GB" sz="1100" smtClean="0">
                <a:solidFill>
                  <a:schemeClr val="bg1"/>
                </a:solidFill>
                <a:latin typeface="+mn-lt"/>
              </a:rPr>
              <a:pPr/>
              <a:t>‹#›</a:t>
            </a:fld>
            <a:endParaRPr lang="en-GB" sz="1100" dirty="0">
              <a:solidFill>
                <a:schemeClr val="bg1"/>
              </a:solidFill>
              <a:latin typeface="+mn-lt"/>
            </a:endParaRPr>
          </a:p>
        </p:txBody>
      </p:sp>
      <p:sp>
        <p:nvSpPr>
          <p:cNvPr id="12"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defRPr sz="1100">
                <a:solidFill>
                  <a:schemeClr val="bg1"/>
                </a:solidFill>
                <a:latin typeface="+mn-lt"/>
              </a:defRPr>
            </a:lvl1pPr>
          </a:lstStyle>
          <a:p>
            <a:r>
              <a:rPr lang="en-US" dirty="0"/>
              <a:t>1 January 2014</a:t>
            </a:r>
          </a:p>
        </p:txBody>
      </p:sp>
    </p:spTree>
    <p:extLst>
      <p:ext uri="{BB962C8B-B14F-4D97-AF65-F5344CB8AC3E}">
        <p14:creationId xmlns:p14="http://schemas.microsoft.com/office/powerpoint/2010/main" val="2074791551"/>
      </p:ext>
    </p:extLst>
  </p:cSld>
  <p:clrMap bg1="lt1" tx1="dk1" bg2="lt2" tx2="dk2" accent1="accent1" accent2="accent2" accent3="accent3" accent4="accent4" accent5="accent5" accent6="accent6" hlink="hlink" folHlink="folHlink"/>
  <p:sldLayoutIdLst>
    <p:sldLayoutId id="2147483709" r:id="rId1"/>
    <p:sldLayoutId id="2147483763" r:id="rId2"/>
    <p:sldLayoutId id="2147483764" r:id="rId3"/>
    <p:sldLayoutId id="2147483766" r:id="rId4"/>
    <p:sldLayoutId id="2147483778" r:id="rId5"/>
    <p:sldLayoutId id="2147483710" r:id="rId6"/>
    <p:sldLayoutId id="2147483732" r:id="rId7"/>
    <p:sldLayoutId id="2147483733" r:id="rId8"/>
    <p:sldLayoutId id="2147483711" r:id="rId9"/>
    <p:sldLayoutId id="2147483774" r:id="rId10"/>
    <p:sldLayoutId id="2147483712" r:id="rId11"/>
    <p:sldLayoutId id="2147483713" r:id="rId12"/>
    <p:sldLayoutId id="2147483714" r:id="rId13"/>
    <p:sldLayoutId id="2147483715" r:id="rId14"/>
    <p:sldLayoutId id="2147483716" r:id="rId15"/>
    <p:sldLayoutId id="2147483727" r:id="rId16"/>
    <p:sldLayoutId id="2147483719" r:id="rId17"/>
    <p:sldLayoutId id="2147483720" r:id="rId18"/>
    <p:sldLayoutId id="2147483721" r:id="rId19"/>
  </p:sldLayoutIdLst>
  <p:hf sldNum="0" hdr="0"/>
  <p:txStyles>
    <p:titleStyle>
      <a:lvl1pPr algn="l" defTabSz="914400" rtl="0" eaLnBrk="1" latinLnBrk="0" hangingPunct="1">
        <a:lnSpc>
          <a:spcPct val="85000"/>
        </a:lnSpc>
        <a:spcBef>
          <a:spcPct val="0"/>
        </a:spcBef>
        <a:buNone/>
        <a:defRPr sz="3000" b="1" kern="1200">
          <a:solidFill>
            <a:schemeClr val="bg1"/>
          </a:solidFill>
          <a:latin typeface="+mn-lt"/>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201600"/>
            <a:ext cx="10978515"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918" y="1425599"/>
            <a:ext cx="10978515" cy="4700016"/>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defRPr sz="1100">
                <a:solidFill>
                  <a:schemeClr val="bg1"/>
                </a:solidFill>
                <a:latin typeface="+mn-lt"/>
              </a:defRPr>
            </a:lvl1pPr>
          </a:lstStyle>
          <a:p>
            <a:r>
              <a:rPr lang="en-GB" dirty="0"/>
              <a:t>Presentation title</a:t>
            </a:r>
          </a:p>
        </p:txBody>
      </p:sp>
      <p:sp>
        <p:nvSpPr>
          <p:cNvPr id="7" name="TextBox 6"/>
          <p:cNvSpPr txBox="1"/>
          <p:nvPr/>
        </p:nvSpPr>
        <p:spPr>
          <a:xfrm>
            <a:off x="609918" y="6519672"/>
            <a:ext cx="886968" cy="201168"/>
          </a:xfrm>
          <a:prstGeom prst="rect">
            <a:avLst/>
          </a:prstGeom>
          <a:noFill/>
        </p:spPr>
        <p:txBody>
          <a:bodyPr wrap="square" lIns="0" tIns="0" rIns="0" bIns="0" rtlCol="0" anchor="t" anchorCtr="0">
            <a:noAutofit/>
          </a:bodyPr>
          <a:lstStyle/>
          <a:p>
            <a:r>
              <a:rPr lang="en-GB" sz="1100" dirty="0">
                <a:solidFill>
                  <a:schemeClr val="bg1"/>
                </a:solidFill>
                <a:latin typeface="+mn-lt"/>
              </a:rPr>
              <a:t>Page </a:t>
            </a:r>
            <a:fld id="{9AE4D82F-B047-469B-AC52-A46321747EAF}" type="slidenum">
              <a:rPr lang="en-GB" sz="1100" smtClean="0">
                <a:solidFill>
                  <a:schemeClr val="bg1"/>
                </a:solidFill>
                <a:latin typeface="+mn-lt"/>
              </a:rPr>
              <a:pPr/>
              <a:t>‹#›</a:t>
            </a:fld>
            <a:endParaRPr lang="en-GB" sz="1100" dirty="0">
              <a:solidFill>
                <a:schemeClr val="bg1"/>
              </a:solidFill>
              <a:latin typeface="+mn-lt"/>
            </a:endParaRPr>
          </a:p>
        </p:txBody>
      </p:sp>
      <p:sp>
        <p:nvSpPr>
          <p:cNvPr id="12"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defRPr sz="1100">
                <a:solidFill>
                  <a:schemeClr val="bg1"/>
                </a:solidFill>
                <a:latin typeface="+mn-lt"/>
              </a:defRPr>
            </a:lvl1pPr>
          </a:lstStyle>
          <a:p>
            <a:r>
              <a:rPr lang="en-US" dirty="0"/>
              <a:t>1 January 2014</a:t>
            </a:r>
          </a:p>
        </p:txBody>
      </p:sp>
      <p:pic>
        <p:nvPicPr>
          <p:cNvPr id="13" name="Picture 12"/>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1192256" y="6327648"/>
            <a:ext cx="402504" cy="411480"/>
          </a:xfrm>
          <a:prstGeom prst="rect">
            <a:avLst/>
          </a:prstGeom>
        </p:spPr>
      </p:pic>
    </p:spTree>
  </p:cSld>
  <p:clrMap bg1="lt1" tx1="dk1" bg2="lt2" tx2="dk2" accent1="accent1" accent2="accent2" accent3="accent3" accent4="accent4" accent5="accent5" accent6="accent6" hlink="hlink" folHlink="folHlink"/>
  <p:sldLayoutIdLst>
    <p:sldLayoutId id="2147483681" r:id="rId1"/>
    <p:sldLayoutId id="2147483759" r:id="rId2"/>
    <p:sldLayoutId id="2147483761" r:id="rId3"/>
    <p:sldLayoutId id="2147483779" r:id="rId4"/>
    <p:sldLayoutId id="2147483682" r:id="rId5"/>
    <p:sldLayoutId id="2147483734" r:id="rId6"/>
    <p:sldLayoutId id="2147483735" r:id="rId7"/>
    <p:sldLayoutId id="2147483683" r:id="rId8"/>
    <p:sldLayoutId id="2147483775" r:id="rId9"/>
    <p:sldLayoutId id="2147483684" r:id="rId10"/>
    <p:sldLayoutId id="2147483685" r:id="rId11"/>
    <p:sldLayoutId id="2147483686" r:id="rId12"/>
    <p:sldLayoutId id="2147483687" r:id="rId13"/>
    <p:sldLayoutId id="2147483688" r:id="rId14"/>
    <p:sldLayoutId id="2147483728" r:id="rId15"/>
    <p:sldLayoutId id="2147483691" r:id="rId16"/>
    <p:sldLayoutId id="2147483692" r:id="rId17"/>
    <p:sldLayoutId id="2147483693" r:id="rId18"/>
    <p:sldLayoutId id="2147483781" r:id="rId19"/>
  </p:sldLayoutIdLst>
  <p:hf sldNum="0" hdr="0"/>
  <p:txStyles>
    <p:titleStyle>
      <a:lvl1pPr algn="l" defTabSz="914400" rtl="0" eaLnBrk="1" latinLnBrk="0" hangingPunct="1">
        <a:lnSpc>
          <a:spcPct val="85000"/>
        </a:lnSpc>
        <a:spcBef>
          <a:spcPct val="0"/>
        </a:spcBef>
        <a:buNone/>
        <a:defRPr sz="3000" b="1" kern="1200">
          <a:solidFill>
            <a:schemeClr val="bg1"/>
          </a:solidFill>
          <a:latin typeface="+mn-lt"/>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918" y="201600"/>
            <a:ext cx="10978515" cy="860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918" y="1425600"/>
            <a:ext cx="10978515" cy="469800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3452998" y="6519672"/>
            <a:ext cx="4581585" cy="201168"/>
          </a:xfrm>
          <a:prstGeom prst="rect">
            <a:avLst/>
          </a:prstGeom>
        </p:spPr>
        <p:txBody>
          <a:bodyPr vert="horz" lIns="0" tIns="0" rIns="0" bIns="0" rtlCol="0" anchor="t" anchorCtr="0">
            <a:noAutofit/>
          </a:bodyPr>
          <a:lstStyle>
            <a:lvl1pPr algn="l">
              <a:defRPr sz="1100">
                <a:solidFill>
                  <a:schemeClr val="bg1"/>
                </a:solidFill>
                <a:latin typeface="+mn-lt"/>
              </a:defRPr>
            </a:lvl1pPr>
          </a:lstStyle>
          <a:p>
            <a:r>
              <a:rPr lang="en-GB" dirty="0"/>
              <a:t>Presentation title</a:t>
            </a:r>
          </a:p>
        </p:txBody>
      </p:sp>
      <p:sp>
        <p:nvSpPr>
          <p:cNvPr id="7" name="TextBox 6"/>
          <p:cNvSpPr txBox="1"/>
          <p:nvPr/>
        </p:nvSpPr>
        <p:spPr>
          <a:xfrm>
            <a:off x="609918" y="6519672"/>
            <a:ext cx="886968" cy="201168"/>
          </a:xfrm>
          <a:prstGeom prst="rect">
            <a:avLst/>
          </a:prstGeom>
          <a:noFill/>
        </p:spPr>
        <p:txBody>
          <a:bodyPr wrap="square" lIns="0" tIns="0" rIns="0" bIns="0" rtlCol="0" anchor="t" anchorCtr="0">
            <a:noAutofit/>
          </a:bodyPr>
          <a:lstStyle/>
          <a:p>
            <a:r>
              <a:rPr lang="en-GB" sz="1100" dirty="0">
                <a:solidFill>
                  <a:schemeClr val="bg1"/>
                </a:solidFill>
                <a:latin typeface="+mn-lt"/>
              </a:rPr>
              <a:t>Page </a:t>
            </a:r>
            <a:fld id="{9AE4D82F-B047-469B-AC52-A46321747EAF}" type="slidenum">
              <a:rPr lang="en-GB" sz="1100" smtClean="0">
                <a:solidFill>
                  <a:schemeClr val="bg1"/>
                </a:solidFill>
                <a:latin typeface="+mn-lt"/>
              </a:rPr>
              <a:pPr/>
              <a:t>‹#›</a:t>
            </a:fld>
            <a:endParaRPr lang="en-GB" sz="1100" dirty="0">
              <a:solidFill>
                <a:schemeClr val="bg1"/>
              </a:solidFill>
              <a:latin typeface="+mn-lt"/>
            </a:endParaRPr>
          </a:p>
        </p:txBody>
      </p:sp>
      <p:sp>
        <p:nvSpPr>
          <p:cNvPr id="12" name="Date Placeholder 3"/>
          <p:cNvSpPr>
            <a:spLocks noGrp="1"/>
          </p:cNvSpPr>
          <p:nvPr>
            <p:ph type="dt" sz="half" idx="2"/>
          </p:nvPr>
        </p:nvSpPr>
        <p:spPr>
          <a:xfrm>
            <a:off x="1495518" y="6519672"/>
            <a:ext cx="1371600" cy="201168"/>
          </a:xfrm>
          <a:prstGeom prst="rect">
            <a:avLst/>
          </a:prstGeom>
        </p:spPr>
        <p:txBody>
          <a:bodyPr vert="horz" wrap="none" lIns="0" tIns="0" rIns="0" bIns="0" rtlCol="0" anchor="t" anchorCtr="0"/>
          <a:lstStyle>
            <a:lvl1pPr algn="l">
              <a:defRPr sz="1100">
                <a:solidFill>
                  <a:schemeClr val="bg1"/>
                </a:solidFill>
                <a:latin typeface="+mn-lt"/>
              </a:defRPr>
            </a:lvl1pPr>
          </a:lstStyle>
          <a:p>
            <a:r>
              <a:rPr lang="en-US" dirty="0"/>
              <a:t>1 January 2014</a:t>
            </a:r>
          </a:p>
        </p:txBody>
      </p:sp>
      <p:pic>
        <p:nvPicPr>
          <p:cNvPr id="13" name="Picture 12"/>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11192256" y="6327648"/>
            <a:ext cx="402504" cy="411480"/>
          </a:xfrm>
          <a:prstGeom prst="rect">
            <a:avLst/>
          </a:prstGeom>
        </p:spPr>
      </p:pic>
    </p:spTree>
  </p:cSld>
  <p:clrMap bg1="lt1" tx1="dk1" bg2="lt2" tx2="dk2" accent1="accent1" accent2="accent2" accent3="accent3" accent4="accent4" accent5="accent5" accent6="accent6" hlink="hlink" folHlink="folHlink"/>
  <p:sldLayoutIdLst>
    <p:sldLayoutId id="2147483695" r:id="rId1"/>
    <p:sldLayoutId id="2147483768" r:id="rId2"/>
    <p:sldLayoutId id="2147483769" r:id="rId3"/>
    <p:sldLayoutId id="2147483771" r:id="rId4"/>
    <p:sldLayoutId id="2147483780" r:id="rId5"/>
    <p:sldLayoutId id="2147483696" r:id="rId6"/>
    <p:sldLayoutId id="2147483736" r:id="rId7"/>
    <p:sldLayoutId id="2147483737" r:id="rId8"/>
    <p:sldLayoutId id="2147483697" r:id="rId9"/>
    <p:sldLayoutId id="2147483776" r:id="rId10"/>
    <p:sldLayoutId id="2147483698" r:id="rId11"/>
    <p:sldLayoutId id="2147483699" r:id="rId12"/>
    <p:sldLayoutId id="2147483700" r:id="rId13"/>
    <p:sldLayoutId id="2147483701" r:id="rId14"/>
    <p:sldLayoutId id="2147483702" r:id="rId15"/>
    <p:sldLayoutId id="2147483729" r:id="rId16"/>
    <p:sldLayoutId id="2147483705" r:id="rId17"/>
    <p:sldLayoutId id="2147483706" r:id="rId18"/>
    <p:sldLayoutId id="2147483707" r:id="rId19"/>
  </p:sldLayoutIdLst>
  <p:hf sldNum="0" hdr="0"/>
  <p:txStyles>
    <p:titleStyle>
      <a:lvl1pPr algn="l" defTabSz="914400" rtl="0" eaLnBrk="1" latinLnBrk="0" hangingPunct="1">
        <a:lnSpc>
          <a:spcPct val="85000"/>
        </a:lnSpc>
        <a:spcBef>
          <a:spcPct val="0"/>
        </a:spcBef>
        <a:buNone/>
        <a:defRPr sz="3000" b="1" kern="1200">
          <a:solidFill>
            <a:schemeClr val="bg1"/>
          </a:solidFill>
          <a:latin typeface="+mn-lt"/>
          <a:ea typeface="+mj-ea"/>
          <a:cs typeface="Arial" pitchFamily="34" charset="0"/>
        </a:defRPr>
      </a:lvl1pPr>
    </p:titleStyle>
    <p:bodyStyle>
      <a:lvl1pPr marL="356616" indent="-356616" algn="l" defTabSz="914400" rtl="0" eaLnBrk="1" latinLnBrk="0" hangingPunct="1">
        <a:spcBef>
          <a:spcPct val="20000"/>
        </a:spcBef>
        <a:buClr>
          <a:schemeClr val="accent2"/>
        </a:buClr>
        <a:buSzPct val="70000"/>
        <a:buFont typeface="Arial" pitchFamily="34" charset="0"/>
        <a:buChar char="►"/>
        <a:defRPr sz="2400" kern="1200">
          <a:solidFill>
            <a:schemeClr val="bg1"/>
          </a:solidFill>
          <a:latin typeface="+mn-lt"/>
          <a:ea typeface="+mn-ea"/>
          <a:cs typeface="+mn-cs"/>
        </a:defRPr>
      </a:lvl1pPr>
      <a:lvl2pPr marL="713232" indent="-356616" algn="l" defTabSz="914400" rtl="0" eaLnBrk="1" latinLnBrk="0" hangingPunct="1">
        <a:spcBef>
          <a:spcPct val="20000"/>
        </a:spcBef>
        <a:buClr>
          <a:schemeClr val="accent2"/>
        </a:buClr>
        <a:buSzPct val="70000"/>
        <a:buFont typeface="Arial" pitchFamily="34" charset="0"/>
        <a:buChar char="►"/>
        <a:defRPr sz="2000" kern="1200">
          <a:solidFill>
            <a:schemeClr val="bg1"/>
          </a:solidFill>
          <a:latin typeface="+mn-lt"/>
          <a:ea typeface="+mn-ea"/>
          <a:cs typeface="+mn-cs"/>
        </a:defRPr>
      </a:lvl2pPr>
      <a:lvl3pPr marL="1069848" indent="-356616" algn="l" defTabSz="914400" rtl="0" eaLnBrk="1" latinLnBrk="0" hangingPunct="1">
        <a:spcBef>
          <a:spcPct val="20000"/>
        </a:spcBef>
        <a:buClr>
          <a:schemeClr val="accent2"/>
        </a:buClr>
        <a:buSzPct val="70000"/>
        <a:buFont typeface="Arial" pitchFamily="34" charset="0"/>
        <a:buChar char="►"/>
        <a:defRPr sz="1800" kern="1200">
          <a:solidFill>
            <a:schemeClr val="bg1"/>
          </a:solidFill>
          <a:latin typeface="+mn-lt"/>
          <a:ea typeface="+mn-ea"/>
          <a:cs typeface="+mn-cs"/>
        </a:defRPr>
      </a:lvl3pPr>
      <a:lvl4pPr marL="1426464"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4pPr>
      <a:lvl5pPr marL="1783080" indent="-356616" algn="l" defTabSz="914400" rtl="0" eaLnBrk="1" latinLnBrk="0" hangingPunct="1">
        <a:spcBef>
          <a:spcPct val="20000"/>
        </a:spcBef>
        <a:buClr>
          <a:schemeClr val="accent2"/>
        </a:buClr>
        <a:buSzPct val="70000"/>
        <a:buFont typeface="Arial" pitchFamily="34" charset="0"/>
        <a:buChar char="►"/>
        <a:defRPr sz="16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0.png"/><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51376" y="2126427"/>
            <a:ext cx="6821424" cy="549222"/>
          </a:xfrm>
        </p:spPr>
        <p:txBody>
          <a:bodyPr/>
          <a:lstStyle/>
          <a:p>
            <a:r>
              <a:rPr lang="en-US" sz="2400" b="0" dirty="0">
                <a:solidFill>
                  <a:srgbClr val="2E2E38"/>
                </a:solidFill>
              </a:rPr>
              <a:t>Application of statistical methods to discovery of anomalies in accounting data </a:t>
            </a:r>
            <a:endParaRPr lang="en-GB" sz="2400" b="0" dirty="0">
              <a:solidFill>
                <a:srgbClr val="2E2E38"/>
              </a:solidFill>
            </a:endParaRPr>
          </a:p>
        </p:txBody>
      </p:sp>
      <p:sp>
        <p:nvSpPr>
          <p:cNvPr id="3" name="Subtitle 2"/>
          <p:cNvSpPr>
            <a:spLocks noGrp="1"/>
          </p:cNvSpPr>
          <p:nvPr>
            <p:ph type="subTitle" idx="1"/>
          </p:nvPr>
        </p:nvSpPr>
        <p:spPr>
          <a:xfrm>
            <a:off x="4151376" y="2843319"/>
            <a:ext cx="7223760" cy="645742"/>
          </a:xfrm>
        </p:spPr>
        <p:txBody>
          <a:bodyPr/>
          <a:lstStyle/>
          <a:p>
            <a:r>
              <a:rPr lang="en-US" sz="1400" dirty="0">
                <a:solidFill>
                  <a:srgbClr val="2E2E38"/>
                </a:solidFill>
              </a:rPr>
              <a:t>Eugene Yankovsky, MSc </a:t>
            </a:r>
          </a:p>
          <a:p>
            <a:r>
              <a:rPr lang="en-US" sz="1400" dirty="0">
                <a:solidFill>
                  <a:srgbClr val="2E2E38"/>
                </a:solidFill>
              </a:rPr>
              <a:t>Loren Williams, PhD</a:t>
            </a:r>
          </a:p>
          <a:p>
            <a:r>
              <a:rPr lang="en-US" sz="1400" dirty="0">
                <a:solidFill>
                  <a:srgbClr val="2E2E38"/>
                </a:solidFill>
              </a:rPr>
              <a:t>Ana Yankovsky, MSc</a:t>
            </a:r>
          </a:p>
          <a:p>
            <a:r>
              <a:rPr lang="en-US" sz="1400" dirty="0">
                <a:solidFill>
                  <a:srgbClr val="2E2E38"/>
                </a:solidFill>
              </a:rPr>
              <a:t>Joint Statistical Meetings</a:t>
            </a:r>
          </a:p>
          <a:p>
            <a:r>
              <a:rPr lang="en-US" sz="1400" dirty="0">
                <a:solidFill>
                  <a:srgbClr val="2E2E38"/>
                </a:solidFill>
              </a:rPr>
              <a:t>Denver, USA </a:t>
            </a:r>
          </a:p>
          <a:p>
            <a:endParaRPr lang="en-IN" dirty="0"/>
          </a:p>
        </p:txBody>
      </p:sp>
    </p:spTree>
    <p:extLst>
      <p:ext uri="{BB962C8B-B14F-4D97-AF65-F5344CB8AC3E}">
        <p14:creationId xmlns:p14="http://schemas.microsoft.com/office/powerpoint/2010/main" val="2311503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6F6FA"/>
                </a:solidFill>
              </a:rPr>
              <a:t>Research objective: detect accounting anomaly</a:t>
            </a:r>
            <a:endParaRPr lang="en-US" sz="2800" b="0" dirty="0">
              <a:solidFill>
                <a:srgbClr val="F6F6FA"/>
              </a:solidFill>
            </a:endParaRPr>
          </a:p>
        </p:txBody>
      </p:sp>
      <p:sp>
        <p:nvSpPr>
          <p:cNvPr id="3" name="Rectangle 2"/>
          <p:cNvSpPr/>
          <p:nvPr/>
        </p:nvSpPr>
        <p:spPr>
          <a:xfrm>
            <a:off x="608543" y="1282382"/>
            <a:ext cx="10920383" cy="2308324"/>
          </a:xfrm>
          <a:prstGeom prst="rect">
            <a:avLst/>
          </a:prstGeom>
        </p:spPr>
        <p:txBody>
          <a:bodyPr wrap="square">
            <a:spAutoFit/>
          </a:bodyPr>
          <a:lstStyle/>
          <a:p>
            <a:pPr marL="342900" indent="-342900">
              <a:lnSpc>
                <a:spcPct val="200000"/>
              </a:lnSpc>
              <a:buFont typeface="+mj-lt"/>
              <a:buAutoNum type="arabicPeriod"/>
            </a:pPr>
            <a:endParaRPr lang="en-US" dirty="0"/>
          </a:p>
          <a:p>
            <a:pPr>
              <a:lnSpc>
                <a:spcPct val="200000"/>
              </a:lnSpc>
            </a:pPr>
            <a:endParaRPr lang="en-US" dirty="0"/>
          </a:p>
          <a:p>
            <a:pPr marL="342900" lvl="0" indent="-342900">
              <a:lnSpc>
                <a:spcPct val="200000"/>
              </a:lnSpc>
              <a:buFont typeface="+mj-lt"/>
              <a:buAutoNum type="arabicPeriod"/>
            </a:pPr>
            <a:endParaRPr lang="en-US" dirty="0"/>
          </a:p>
          <a:p>
            <a:pPr marL="342900" lvl="0" indent="-342900">
              <a:lnSpc>
                <a:spcPct val="200000"/>
              </a:lnSpc>
              <a:buFont typeface="+mj-lt"/>
              <a:buAutoNum type="arabicPeriod"/>
            </a:pPr>
            <a:endParaRPr lang="en-US" dirty="0"/>
          </a:p>
        </p:txBody>
      </p:sp>
      <p:sp>
        <p:nvSpPr>
          <p:cNvPr id="4" name="Rectangle 3">
            <a:extLst>
              <a:ext uri="{FF2B5EF4-FFF2-40B4-BE49-F238E27FC236}">
                <a16:creationId xmlns:a16="http://schemas.microsoft.com/office/drawing/2014/main" id="{83F320B2-5B8D-4ACE-A498-5406DEBE0BE0}"/>
              </a:ext>
            </a:extLst>
          </p:cNvPr>
          <p:cNvSpPr/>
          <p:nvPr/>
        </p:nvSpPr>
        <p:spPr>
          <a:xfrm>
            <a:off x="608543" y="1095885"/>
            <a:ext cx="11188928" cy="6678751"/>
          </a:xfrm>
          <a:prstGeom prst="rect">
            <a:avLst/>
          </a:prstGeom>
        </p:spPr>
        <p:txBody>
          <a:bodyPr wrap="square">
            <a:spAutoFit/>
          </a:bodyPr>
          <a:lstStyle/>
          <a:p>
            <a:pPr>
              <a:lnSpc>
                <a:spcPct val="200000"/>
              </a:lnSpc>
            </a:pPr>
            <a:r>
              <a:rPr lang="en-US" sz="2000" b="1" dirty="0">
                <a:solidFill>
                  <a:schemeClr val="bg2"/>
                </a:solidFill>
              </a:rPr>
              <a:t>Accounting anomaly is  a daily journal entry posting to the general ledger with an unexpected amount  </a:t>
            </a:r>
          </a:p>
          <a:p>
            <a:pPr>
              <a:lnSpc>
                <a:spcPct val="200000"/>
              </a:lnSpc>
            </a:pPr>
            <a:r>
              <a:rPr lang="en-US" dirty="0">
                <a:solidFill>
                  <a:srgbClr val="F6F6FA"/>
                </a:solidFill>
              </a:rPr>
              <a:t>Example: journal entry postings</a:t>
            </a:r>
          </a:p>
          <a:p>
            <a:pPr>
              <a:lnSpc>
                <a:spcPct val="200000"/>
              </a:lnSpc>
            </a:pPr>
            <a:endParaRPr lang="en-US" dirty="0"/>
          </a:p>
          <a:p>
            <a:pPr>
              <a:lnSpc>
                <a:spcPct val="200000"/>
              </a:lnSpc>
            </a:pPr>
            <a:endParaRPr lang="en-US" dirty="0"/>
          </a:p>
          <a:p>
            <a:pPr>
              <a:lnSpc>
                <a:spcPct val="200000"/>
              </a:lnSpc>
            </a:pPr>
            <a:endParaRPr lang="en-US" dirty="0"/>
          </a:p>
          <a:p>
            <a:pPr>
              <a:lnSpc>
                <a:spcPct val="200000"/>
              </a:lnSpc>
            </a:pPr>
            <a:endParaRPr lang="en-US" dirty="0"/>
          </a:p>
          <a:p>
            <a:r>
              <a:rPr lang="en-US" dirty="0">
                <a:solidFill>
                  <a:srgbClr val="F6F6FA"/>
                </a:solidFill>
              </a:rPr>
              <a:t>Note: The data source reports entries into debit and credit of accounts with positive and negative amounts respectively </a:t>
            </a:r>
          </a:p>
          <a:p>
            <a:pPr>
              <a:lnSpc>
                <a:spcPct val="200000"/>
              </a:lnSpc>
            </a:pPr>
            <a:endParaRPr lang="en-US" dirty="0"/>
          </a:p>
          <a:p>
            <a:pPr>
              <a:lnSpc>
                <a:spcPct val="200000"/>
              </a:lnSpc>
            </a:pPr>
            <a:endParaRPr lang="en-US" sz="2400" b="1" dirty="0">
              <a:solidFill>
                <a:srgbClr val="FF0000"/>
              </a:solidFill>
            </a:endParaRPr>
          </a:p>
          <a:p>
            <a:pPr>
              <a:lnSpc>
                <a:spcPct val="200000"/>
              </a:lnSpc>
            </a:pPr>
            <a:endParaRPr lang="en-US" sz="2400" dirty="0"/>
          </a:p>
        </p:txBody>
      </p:sp>
      <p:graphicFrame>
        <p:nvGraphicFramePr>
          <p:cNvPr id="5" name="Table 4">
            <a:extLst>
              <a:ext uri="{FF2B5EF4-FFF2-40B4-BE49-F238E27FC236}">
                <a16:creationId xmlns:a16="http://schemas.microsoft.com/office/drawing/2014/main" id="{07AE43DB-1A28-4004-B325-F48F51E81964}"/>
              </a:ext>
            </a:extLst>
          </p:cNvPr>
          <p:cNvGraphicFramePr>
            <a:graphicFrameLocks noGrp="1"/>
          </p:cNvGraphicFramePr>
          <p:nvPr>
            <p:extLst>
              <p:ext uri="{D42A27DB-BD31-4B8C-83A1-F6EECF244321}">
                <p14:modId xmlns:p14="http://schemas.microsoft.com/office/powerpoint/2010/main" val="1405544324"/>
              </p:ext>
            </p:extLst>
          </p:nvPr>
        </p:nvGraphicFramePr>
        <p:xfrm>
          <a:off x="649496" y="2999995"/>
          <a:ext cx="10979889" cy="1795622"/>
        </p:xfrm>
        <a:graphic>
          <a:graphicData uri="http://schemas.openxmlformats.org/drawingml/2006/table">
            <a:tbl>
              <a:tblPr>
                <a:tableStyleId>{5C22544A-7EE6-4342-B048-85BDC9FD1C3A}</a:tableStyleId>
              </a:tblPr>
              <a:tblGrid>
                <a:gridCol w="2437005">
                  <a:extLst>
                    <a:ext uri="{9D8B030D-6E8A-4147-A177-3AD203B41FA5}">
                      <a16:colId xmlns:a16="http://schemas.microsoft.com/office/drawing/2014/main" val="3691076377"/>
                    </a:ext>
                  </a:extLst>
                </a:gridCol>
                <a:gridCol w="3920557">
                  <a:extLst>
                    <a:ext uri="{9D8B030D-6E8A-4147-A177-3AD203B41FA5}">
                      <a16:colId xmlns:a16="http://schemas.microsoft.com/office/drawing/2014/main" val="3578373904"/>
                    </a:ext>
                  </a:extLst>
                </a:gridCol>
                <a:gridCol w="1207045">
                  <a:extLst>
                    <a:ext uri="{9D8B030D-6E8A-4147-A177-3AD203B41FA5}">
                      <a16:colId xmlns:a16="http://schemas.microsoft.com/office/drawing/2014/main" val="1696124734"/>
                    </a:ext>
                  </a:extLst>
                </a:gridCol>
                <a:gridCol w="1309971">
                  <a:extLst>
                    <a:ext uri="{9D8B030D-6E8A-4147-A177-3AD203B41FA5}">
                      <a16:colId xmlns:a16="http://schemas.microsoft.com/office/drawing/2014/main" val="437644777"/>
                    </a:ext>
                  </a:extLst>
                </a:gridCol>
                <a:gridCol w="830918">
                  <a:extLst>
                    <a:ext uri="{9D8B030D-6E8A-4147-A177-3AD203B41FA5}">
                      <a16:colId xmlns:a16="http://schemas.microsoft.com/office/drawing/2014/main" val="2251635636"/>
                    </a:ext>
                  </a:extLst>
                </a:gridCol>
                <a:gridCol w="1274393">
                  <a:extLst>
                    <a:ext uri="{9D8B030D-6E8A-4147-A177-3AD203B41FA5}">
                      <a16:colId xmlns:a16="http://schemas.microsoft.com/office/drawing/2014/main" val="3245596614"/>
                    </a:ext>
                  </a:extLst>
                </a:gridCol>
              </a:tblGrid>
              <a:tr h="422201">
                <a:tc>
                  <a:txBody>
                    <a:bodyPr/>
                    <a:lstStyle/>
                    <a:p>
                      <a:pPr algn="ctr" fontAlgn="b"/>
                      <a:r>
                        <a:rPr lang="en-US" sz="1400" b="1" u="none" strike="noStrike" dirty="0">
                          <a:solidFill>
                            <a:srgbClr val="2E2E38"/>
                          </a:solidFill>
                          <a:effectLst/>
                        </a:rPr>
                        <a:t>Journal entry number</a:t>
                      </a:r>
                      <a:endParaRPr lang="en-US" sz="1400" b="1" i="0" u="none" strike="noStrike" dirty="0">
                        <a:solidFill>
                          <a:srgbClr val="2E2E38"/>
                        </a:solidFill>
                        <a:effectLst/>
                        <a:latin typeface="Calibri" panose="020F0502020204030204" pitchFamily="34" charset="0"/>
                      </a:endParaRPr>
                    </a:p>
                  </a:txBody>
                  <a:tcPr marL="9525" marR="9525" marT="9525" marB="0">
                    <a:solidFill>
                      <a:srgbClr val="C4C4CD"/>
                    </a:solidFill>
                  </a:tcPr>
                </a:tc>
                <a:tc>
                  <a:txBody>
                    <a:bodyPr/>
                    <a:lstStyle/>
                    <a:p>
                      <a:pPr algn="ctr" fontAlgn="b"/>
                      <a:r>
                        <a:rPr lang="en-US" sz="1400" b="1" u="none" strike="noStrike" dirty="0">
                          <a:solidFill>
                            <a:srgbClr val="2E2E38"/>
                          </a:solidFill>
                          <a:effectLst/>
                        </a:rPr>
                        <a:t>General ledger account</a:t>
                      </a:r>
                      <a:endParaRPr lang="en-US" sz="1400" b="1" i="0" u="none" strike="noStrike" dirty="0">
                        <a:solidFill>
                          <a:srgbClr val="2E2E38"/>
                        </a:solidFill>
                        <a:effectLst/>
                        <a:latin typeface="Calibri" panose="020F0502020204030204" pitchFamily="34" charset="0"/>
                      </a:endParaRPr>
                    </a:p>
                  </a:txBody>
                  <a:tcPr marL="9525" marR="9525" marT="9525" marB="0">
                    <a:solidFill>
                      <a:srgbClr val="C4C4CD"/>
                    </a:solidFill>
                  </a:tcPr>
                </a:tc>
                <a:tc>
                  <a:txBody>
                    <a:bodyPr/>
                    <a:lstStyle/>
                    <a:p>
                      <a:pPr algn="ctr" fontAlgn="b"/>
                      <a:r>
                        <a:rPr lang="en-US" sz="1400" b="1" u="none" strike="noStrike" dirty="0">
                          <a:solidFill>
                            <a:srgbClr val="2E2E38"/>
                          </a:solidFill>
                          <a:effectLst/>
                        </a:rPr>
                        <a:t>Amount</a:t>
                      </a:r>
                      <a:endParaRPr lang="en-US" sz="1400" b="1" i="0" u="none" strike="noStrike" dirty="0">
                        <a:solidFill>
                          <a:srgbClr val="2E2E38"/>
                        </a:solidFill>
                        <a:effectLst/>
                        <a:latin typeface="Calibri" panose="020F0502020204030204" pitchFamily="34" charset="0"/>
                      </a:endParaRPr>
                    </a:p>
                  </a:txBody>
                  <a:tcPr marL="9525" marR="9525" marT="9525" marB="0">
                    <a:solidFill>
                      <a:srgbClr val="C4C4CD"/>
                    </a:solidFill>
                  </a:tcPr>
                </a:tc>
                <a:tc>
                  <a:txBody>
                    <a:bodyPr/>
                    <a:lstStyle/>
                    <a:p>
                      <a:pPr algn="ctr" fontAlgn="b"/>
                      <a:r>
                        <a:rPr lang="en-US" sz="1400" b="1" u="none" strike="noStrike" dirty="0">
                          <a:solidFill>
                            <a:srgbClr val="2E2E38"/>
                          </a:solidFill>
                          <a:effectLst/>
                        </a:rPr>
                        <a:t>Effective date</a:t>
                      </a:r>
                      <a:endParaRPr lang="en-US" sz="1400" b="1" i="0" u="none" strike="noStrike" dirty="0">
                        <a:solidFill>
                          <a:srgbClr val="2E2E38"/>
                        </a:solidFill>
                        <a:effectLst/>
                        <a:latin typeface="Calibri" panose="020F0502020204030204" pitchFamily="34" charset="0"/>
                      </a:endParaRPr>
                    </a:p>
                  </a:txBody>
                  <a:tcPr marL="9525" marR="9525" marT="9525" marB="0">
                    <a:solidFill>
                      <a:srgbClr val="C4C4CD"/>
                    </a:solidFill>
                  </a:tcPr>
                </a:tc>
                <a:tc>
                  <a:txBody>
                    <a:bodyPr/>
                    <a:lstStyle/>
                    <a:p>
                      <a:pPr algn="ctr" fontAlgn="b"/>
                      <a:r>
                        <a:rPr lang="en-US" sz="1400" b="1" u="none" strike="noStrike" dirty="0">
                          <a:solidFill>
                            <a:srgbClr val="2E2E38"/>
                          </a:solidFill>
                          <a:effectLst/>
                        </a:rPr>
                        <a:t>Period</a:t>
                      </a:r>
                      <a:endParaRPr lang="en-US" sz="1400" b="1" i="0" u="none" strike="noStrike" dirty="0">
                        <a:solidFill>
                          <a:srgbClr val="2E2E38"/>
                        </a:solidFill>
                        <a:effectLst/>
                        <a:latin typeface="Calibri" panose="020F0502020204030204" pitchFamily="34" charset="0"/>
                      </a:endParaRPr>
                    </a:p>
                  </a:txBody>
                  <a:tcPr marL="9525" marR="9525" marT="9525" marB="0">
                    <a:solidFill>
                      <a:srgbClr val="C4C4CD"/>
                    </a:solidFill>
                  </a:tcPr>
                </a:tc>
                <a:tc>
                  <a:txBody>
                    <a:bodyPr/>
                    <a:lstStyle/>
                    <a:p>
                      <a:pPr algn="ctr" fontAlgn="b"/>
                      <a:r>
                        <a:rPr lang="en-US" sz="1400" b="1" u="none" strike="noStrike" dirty="0">
                          <a:solidFill>
                            <a:srgbClr val="2E2E38"/>
                          </a:solidFill>
                          <a:effectLst/>
                        </a:rPr>
                        <a:t>Entry date</a:t>
                      </a:r>
                      <a:endParaRPr lang="en-US" sz="1400" b="1" i="0" u="none" strike="noStrike" dirty="0">
                        <a:solidFill>
                          <a:srgbClr val="2E2E38"/>
                        </a:solidFill>
                        <a:effectLst/>
                        <a:latin typeface="Calibri" panose="020F0502020204030204" pitchFamily="34" charset="0"/>
                      </a:endParaRPr>
                    </a:p>
                  </a:txBody>
                  <a:tcPr marL="9525" marR="9525" marT="9525" marB="0">
                    <a:solidFill>
                      <a:srgbClr val="C4C4CD"/>
                    </a:solidFill>
                  </a:tcPr>
                </a:tc>
                <a:extLst>
                  <a:ext uri="{0D108BD9-81ED-4DB2-BD59-A6C34878D82A}">
                    <a16:rowId xmlns:a16="http://schemas.microsoft.com/office/drawing/2014/main" val="2655792459"/>
                  </a:ext>
                </a:extLst>
              </a:tr>
              <a:tr h="457807">
                <a:tc>
                  <a:txBody>
                    <a:bodyPr/>
                    <a:lstStyle/>
                    <a:p>
                      <a:pPr algn="ctr" fontAlgn="b"/>
                      <a:r>
                        <a:rPr lang="en-US" sz="1500" u="none" strike="noStrike" kern="1200" dirty="0">
                          <a:solidFill>
                            <a:srgbClr val="2E2E38"/>
                          </a:solidFill>
                          <a:effectLst/>
                          <a:latin typeface="+mn-lt"/>
                          <a:ea typeface="+mn-ea"/>
                          <a:cs typeface="+mn-cs"/>
                        </a:rPr>
                        <a:t>2014-4000-0200000208</a:t>
                      </a:r>
                    </a:p>
                  </a:txBody>
                  <a:tcPr marL="9525" marR="9525" marT="9525" marB="0" anchor="ctr">
                    <a:solidFill>
                      <a:srgbClr val="C4C4CD"/>
                    </a:solidFill>
                  </a:tcPr>
                </a:tc>
                <a:tc>
                  <a:txBody>
                    <a:bodyPr/>
                    <a:lstStyle/>
                    <a:p>
                      <a:pPr algn="l" fontAlgn="b"/>
                      <a:r>
                        <a:rPr lang="en-US" sz="1500" u="none" strike="noStrike" kern="1200" dirty="0">
                          <a:solidFill>
                            <a:srgbClr val="2E2E38"/>
                          </a:solidFill>
                          <a:effectLst/>
                          <a:latin typeface="+mn-lt"/>
                          <a:ea typeface="+mn-ea"/>
                          <a:cs typeface="+mn-cs"/>
                        </a:rPr>
                        <a:t> 3000003 (payables - customer  promotions)</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-6,100.00</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28 Jan 2014</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2014-01</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28 Jan 2014</a:t>
                      </a:r>
                    </a:p>
                  </a:txBody>
                  <a:tcPr marL="9525" marR="9525" marT="9525" marB="0" anchor="ctr">
                    <a:solidFill>
                      <a:srgbClr val="C4C4CD"/>
                    </a:solidFill>
                  </a:tcPr>
                </a:tc>
                <a:extLst>
                  <a:ext uri="{0D108BD9-81ED-4DB2-BD59-A6C34878D82A}">
                    <a16:rowId xmlns:a16="http://schemas.microsoft.com/office/drawing/2014/main" val="734618741"/>
                  </a:ext>
                </a:extLst>
              </a:tr>
              <a:tr h="457807">
                <a:tc>
                  <a:txBody>
                    <a:bodyPr/>
                    <a:lstStyle/>
                    <a:p>
                      <a:pPr algn="ctr" fontAlgn="b"/>
                      <a:r>
                        <a:rPr lang="en-US" sz="1500" u="none" strike="noStrike" kern="1200" dirty="0">
                          <a:solidFill>
                            <a:srgbClr val="2E2E38"/>
                          </a:solidFill>
                          <a:effectLst/>
                          <a:latin typeface="+mn-lt"/>
                          <a:ea typeface="+mn-ea"/>
                          <a:cs typeface="+mn-cs"/>
                        </a:rPr>
                        <a:t>2014-4000-0200000208</a:t>
                      </a:r>
                    </a:p>
                  </a:txBody>
                  <a:tcPr marL="9525" marR="9525" marT="9525" marB="0" anchor="ctr">
                    <a:solidFill>
                      <a:srgbClr val="C4C4CD"/>
                    </a:solidFill>
                  </a:tcPr>
                </a:tc>
                <a:tc>
                  <a:txBody>
                    <a:bodyPr/>
                    <a:lstStyle/>
                    <a:p>
                      <a:pPr algn="l" fontAlgn="b"/>
                      <a:r>
                        <a:rPr lang="en-US" sz="1500" u="none" strike="noStrike" kern="1200" dirty="0">
                          <a:solidFill>
                            <a:srgbClr val="2E2E38"/>
                          </a:solidFill>
                          <a:effectLst/>
                          <a:latin typeface="+mn-lt"/>
                          <a:ea typeface="+mn-ea"/>
                          <a:cs typeface="+mn-cs"/>
                        </a:rPr>
                        <a:t> 3000017 (invoices to be received last year)</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5,000.00</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28 Jan 2014</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2014-01</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28 Jan 2014</a:t>
                      </a:r>
                    </a:p>
                  </a:txBody>
                  <a:tcPr marL="9525" marR="9525" marT="9525" marB="0" anchor="ctr">
                    <a:solidFill>
                      <a:srgbClr val="C4C4CD"/>
                    </a:solidFill>
                  </a:tcPr>
                </a:tc>
                <a:extLst>
                  <a:ext uri="{0D108BD9-81ED-4DB2-BD59-A6C34878D82A}">
                    <a16:rowId xmlns:a16="http://schemas.microsoft.com/office/drawing/2014/main" val="992759977"/>
                  </a:ext>
                </a:extLst>
              </a:tr>
              <a:tr h="457807">
                <a:tc>
                  <a:txBody>
                    <a:bodyPr/>
                    <a:lstStyle/>
                    <a:p>
                      <a:pPr algn="ctr" fontAlgn="b"/>
                      <a:r>
                        <a:rPr lang="en-US" sz="1500" u="none" strike="noStrike" kern="1200" dirty="0">
                          <a:solidFill>
                            <a:srgbClr val="2E2E38"/>
                          </a:solidFill>
                          <a:effectLst/>
                          <a:latin typeface="+mn-lt"/>
                          <a:ea typeface="+mn-ea"/>
                          <a:cs typeface="+mn-cs"/>
                        </a:rPr>
                        <a:t>2014-4000-0200000208</a:t>
                      </a:r>
                    </a:p>
                  </a:txBody>
                  <a:tcPr marL="9525" marR="9525" marT="9525" marB="0" anchor="ctr">
                    <a:solidFill>
                      <a:srgbClr val="C4C4CD"/>
                    </a:solidFill>
                  </a:tcPr>
                </a:tc>
                <a:tc>
                  <a:txBody>
                    <a:bodyPr/>
                    <a:lstStyle/>
                    <a:p>
                      <a:pPr algn="l" fontAlgn="b"/>
                      <a:r>
                        <a:rPr lang="en-US" sz="1500" u="none" strike="noStrike" kern="1200" dirty="0">
                          <a:solidFill>
                            <a:srgbClr val="2E2E38"/>
                          </a:solidFill>
                          <a:effectLst/>
                          <a:latin typeface="+mn-lt"/>
                          <a:ea typeface="+mn-ea"/>
                          <a:cs typeface="+mn-cs"/>
                        </a:rPr>
                        <a:t> 3301102 (VAT account purchases)</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1,100.00</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28 Jan 2014</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2014-01</a:t>
                      </a:r>
                    </a:p>
                  </a:txBody>
                  <a:tcPr marL="9525" marR="9525" marT="9525" marB="0" anchor="ctr">
                    <a:solidFill>
                      <a:srgbClr val="C4C4CD"/>
                    </a:solidFill>
                  </a:tcPr>
                </a:tc>
                <a:tc>
                  <a:txBody>
                    <a:bodyPr/>
                    <a:lstStyle/>
                    <a:p>
                      <a:pPr algn="r" fontAlgn="b"/>
                      <a:r>
                        <a:rPr lang="en-US" sz="1500" u="none" strike="noStrike" kern="1200" dirty="0">
                          <a:solidFill>
                            <a:srgbClr val="2E2E38"/>
                          </a:solidFill>
                          <a:effectLst/>
                          <a:latin typeface="+mn-lt"/>
                          <a:ea typeface="+mn-ea"/>
                          <a:cs typeface="+mn-cs"/>
                        </a:rPr>
                        <a:t>28 Jan 2014</a:t>
                      </a:r>
                    </a:p>
                  </a:txBody>
                  <a:tcPr marL="9525" marR="9525" marT="9525" marB="0" anchor="ctr">
                    <a:solidFill>
                      <a:srgbClr val="C4C4CD"/>
                    </a:solidFill>
                  </a:tcPr>
                </a:tc>
                <a:extLst>
                  <a:ext uri="{0D108BD9-81ED-4DB2-BD59-A6C34878D82A}">
                    <a16:rowId xmlns:a16="http://schemas.microsoft.com/office/drawing/2014/main" val="2621614872"/>
                  </a:ext>
                </a:extLst>
              </a:tr>
            </a:tbl>
          </a:graphicData>
        </a:graphic>
      </p:graphicFrame>
    </p:spTree>
    <p:extLst>
      <p:ext uri="{BB962C8B-B14F-4D97-AF65-F5344CB8AC3E}">
        <p14:creationId xmlns:p14="http://schemas.microsoft.com/office/powerpoint/2010/main" val="1297336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6F6FA"/>
                </a:solidFill>
              </a:rPr>
              <a:t>Data challenges</a:t>
            </a:r>
            <a:endParaRPr lang="en-US" sz="2800" b="0" dirty="0">
              <a:solidFill>
                <a:srgbClr val="F6F6FA"/>
              </a:solidFill>
            </a:endParaRPr>
          </a:p>
        </p:txBody>
      </p:sp>
      <p:sp>
        <p:nvSpPr>
          <p:cNvPr id="3" name="Rectangle 2"/>
          <p:cNvSpPr/>
          <p:nvPr/>
        </p:nvSpPr>
        <p:spPr>
          <a:xfrm>
            <a:off x="512141" y="1812318"/>
            <a:ext cx="10920383" cy="2308324"/>
          </a:xfrm>
          <a:prstGeom prst="rect">
            <a:avLst/>
          </a:prstGeom>
        </p:spPr>
        <p:txBody>
          <a:bodyPr wrap="square">
            <a:spAutoFit/>
          </a:bodyPr>
          <a:lstStyle/>
          <a:p>
            <a:pPr marL="342900" indent="-342900">
              <a:lnSpc>
                <a:spcPct val="200000"/>
              </a:lnSpc>
              <a:buFont typeface="+mj-lt"/>
              <a:buAutoNum type="arabicPeriod"/>
            </a:pPr>
            <a:endParaRPr lang="en-US" dirty="0"/>
          </a:p>
          <a:p>
            <a:pPr>
              <a:lnSpc>
                <a:spcPct val="200000"/>
              </a:lnSpc>
            </a:pPr>
            <a:endParaRPr lang="en-US" dirty="0"/>
          </a:p>
          <a:p>
            <a:pPr marL="342900" lvl="0" indent="-342900">
              <a:lnSpc>
                <a:spcPct val="200000"/>
              </a:lnSpc>
              <a:buFont typeface="+mj-lt"/>
              <a:buAutoNum type="arabicPeriod"/>
            </a:pPr>
            <a:endParaRPr lang="en-US" dirty="0"/>
          </a:p>
          <a:p>
            <a:pPr marL="342900" lvl="0" indent="-342900">
              <a:lnSpc>
                <a:spcPct val="200000"/>
              </a:lnSpc>
              <a:buFont typeface="+mj-lt"/>
              <a:buAutoNum type="arabicPeriod"/>
            </a:pPr>
            <a:endParaRPr lang="en-US" dirty="0"/>
          </a:p>
        </p:txBody>
      </p:sp>
      <p:sp>
        <p:nvSpPr>
          <p:cNvPr id="4" name="Rectangle 3">
            <a:extLst>
              <a:ext uri="{FF2B5EF4-FFF2-40B4-BE49-F238E27FC236}">
                <a16:creationId xmlns:a16="http://schemas.microsoft.com/office/drawing/2014/main" id="{83F320B2-5B8D-4ACE-A498-5406DEBE0BE0}"/>
              </a:ext>
            </a:extLst>
          </p:cNvPr>
          <p:cNvSpPr/>
          <p:nvPr/>
        </p:nvSpPr>
        <p:spPr>
          <a:xfrm>
            <a:off x="512141" y="1250007"/>
            <a:ext cx="11316944" cy="5519460"/>
          </a:xfrm>
          <a:prstGeom prst="rect">
            <a:avLst/>
          </a:prstGeom>
        </p:spPr>
        <p:txBody>
          <a:bodyPr wrap="square">
            <a:spAutoFit/>
          </a:bodyPr>
          <a:lstStyle/>
          <a:p>
            <a:pPr>
              <a:lnSpc>
                <a:spcPct val="150000"/>
              </a:lnSpc>
            </a:pPr>
            <a:r>
              <a:rPr lang="en-US" sz="2000" dirty="0">
                <a:solidFill>
                  <a:srgbClr val="F6F6FA"/>
                </a:solidFill>
              </a:rPr>
              <a:t>2013-2014 sanitized transactional data of a consumer products manufacturing company: </a:t>
            </a:r>
          </a:p>
          <a:p>
            <a:pPr marL="457200" indent="-457200">
              <a:lnSpc>
                <a:spcPts val="3200"/>
              </a:lnSpc>
              <a:buAutoNum type="arabicPeriod"/>
            </a:pPr>
            <a:r>
              <a:rPr lang="en-US" sz="2000" b="1" dirty="0">
                <a:solidFill>
                  <a:schemeClr val="bg2"/>
                </a:solidFill>
              </a:rPr>
              <a:t>Large size </a:t>
            </a:r>
            <a:r>
              <a:rPr lang="en-US" sz="2000" b="1" dirty="0">
                <a:solidFill>
                  <a:srgbClr val="F6F6FA"/>
                </a:solidFill>
              </a:rPr>
              <a:t>data </a:t>
            </a:r>
            <a:r>
              <a:rPr lang="en-US" sz="2000" dirty="0">
                <a:solidFill>
                  <a:srgbClr val="F6F6FA"/>
                </a:solidFill>
              </a:rPr>
              <a:t>require reasonable aggregation to do analysis</a:t>
            </a:r>
            <a:r>
              <a:rPr lang="en-US" sz="2000" b="1" dirty="0">
                <a:solidFill>
                  <a:srgbClr val="F6F6FA"/>
                </a:solidFill>
              </a:rPr>
              <a:t>:</a:t>
            </a:r>
            <a:r>
              <a:rPr lang="en-US" sz="2000" dirty="0">
                <a:solidFill>
                  <a:srgbClr val="F6F6FA"/>
                </a:solidFill>
              </a:rPr>
              <a:t> </a:t>
            </a:r>
          </a:p>
          <a:p>
            <a:pPr marL="800100" lvl="1" indent="-342900">
              <a:lnSpc>
                <a:spcPts val="3200"/>
              </a:lnSpc>
              <a:buClr>
                <a:schemeClr val="accent2"/>
              </a:buClr>
              <a:buSzPct val="80000"/>
              <a:buFont typeface="Arial" panose="020B0604020202020204" pitchFamily="34" charset="0"/>
              <a:buChar char="►"/>
            </a:pPr>
            <a:r>
              <a:rPr lang="en-US" sz="2000" dirty="0">
                <a:solidFill>
                  <a:srgbClr val="F6F6FA"/>
                </a:solidFill>
              </a:rPr>
              <a:t>383,436 entries on 690 accounts in 2013</a:t>
            </a:r>
          </a:p>
          <a:p>
            <a:pPr marL="800100" lvl="1" indent="-342900">
              <a:lnSpc>
                <a:spcPts val="3200"/>
              </a:lnSpc>
              <a:buClr>
                <a:schemeClr val="accent2"/>
              </a:buClr>
              <a:buSzPct val="80000"/>
              <a:buFont typeface="Arial" panose="020B0604020202020204" pitchFamily="34" charset="0"/>
              <a:buChar char="►"/>
            </a:pPr>
            <a:r>
              <a:rPr lang="en-US" sz="2000" dirty="0">
                <a:solidFill>
                  <a:srgbClr val="F6F6FA"/>
                </a:solidFill>
              </a:rPr>
              <a:t>383,538 entries on 802 accounts in 2014</a:t>
            </a:r>
          </a:p>
          <a:p>
            <a:pPr marL="457200" indent="-457200">
              <a:lnSpc>
                <a:spcPts val="3200"/>
              </a:lnSpc>
              <a:buFont typeface="+mj-lt"/>
              <a:buAutoNum type="arabicPeriod" startAt="2"/>
            </a:pPr>
            <a:r>
              <a:rPr lang="en-US" sz="2000" b="1" dirty="0">
                <a:solidFill>
                  <a:schemeClr val="bg2"/>
                </a:solidFill>
              </a:rPr>
              <a:t>Local multicollinearity</a:t>
            </a:r>
            <a:r>
              <a:rPr lang="en-US" sz="2000" b="1" dirty="0">
                <a:solidFill>
                  <a:srgbClr val="F6F6FA"/>
                </a:solidFill>
              </a:rPr>
              <a:t> </a:t>
            </a:r>
            <a:r>
              <a:rPr lang="en-US" sz="2000" dirty="0">
                <a:solidFill>
                  <a:srgbClr val="F6F6FA"/>
                </a:solidFill>
              </a:rPr>
              <a:t>by data origination process: </a:t>
            </a:r>
          </a:p>
          <a:p>
            <a:pPr marL="800100" lvl="1" indent="-342900">
              <a:lnSpc>
                <a:spcPts val="3200"/>
              </a:lnSpc>
              <a:buClr>
                <a:schemeClr val="accent2"/>
              </a:buClr>
              <a:buSzPct val="80000"/>
              <a:buFont typeface="Arial" panose="020B0604020202020204" pitchFamily="34" charset="0"/>
              <a:buChar char="►"/>
            </a:pPr>
            <a:r>
              <a:rPr lang="en-US" sz="2000" dirty="0">
                <a:solidFill>
                  <a:srgbClr val="F6F6FA"/>
                </a:solidFill>
              </a:rPr>
              <a:t>Sum of debit entries equals sum of credit entries on certain accounts </a:t>
            </a:r>
          </a:p>
          <a:p>
            <a:pPr marL="457200" indent="-457200">
              <a:lnSpc>
                <a:spcPts val="3200"/>
              </a:lnSpc>
              <a:buFont typeface="+mj-lt"/>
              <a:buAutoNum type="arabicPeriod" startAt="3"/>
            </a:pPr>
            <a:r>
              <a:rPr lang="en-US" sz="2000" b="1" dirty="0">
                <a:solidFill>
                  <a:schemeClr val="bg2"/>
                </a:solidFill>
              </a:rPr>
              <a:t>Zero infusion</a:t>
            </a:r>
            <a:r>
              <a:rPr lang="en-US" sz="2000" dirty="0">
                <a:solidFill>
                  <a:schemeClr val="bg2"/>
                </a:solidFill>
              </a:rPr>
              <a:t> </a:t>
            </a:r>
            <a:r>
              <a:rPr lang="en-US" sz="2000" dirty="0">
                <a:solidFill>
                  <a:srgbClr val="F6F6FA"/>
                </a:solidFill>
              </a:rPr>
              <a:t>by applying feasible aggregation by day:  </a:t>
            </a:r>
          </a:p>
          <a:p>
            <a:pPr marL="800100" lvl="1" indent="-342900">
              <a:lnSpc>
                <a:spcPts val="3200"/>
              </a:lnSpc>
              <a:buClr>
                <a:schemeClr val="accent2"/>
              </a:buClr>
              <a:buSzPct val="80000"/>
              <a:buFont typeface="Arial" panose="020B0604020202020204" pitchFamily="34" charset="0"/>
              <a:buChar char="►"/>
            </a:pPr>
            <a:r>
              <a:rPr lang="en-US" sz="2000" dirty="0">
                <a:solidFill>
                  <a:srgbClr val="F6F6FA"/>
                </a:solidFill>
              </a:rPr>
              <a:t>	Most accounts rarely used, resulting in zero-inflated sample</a:t>
            </a:r>
          </a:p>
          <a:p>
            <a:pPr marL="457200" indent="-457200">
              <a:lnSpc>
                <a:spcPts val="3200"/>
              </a:lnSpc>
              <a:buFont typeface="+mj-lt"/>
              <a:buAutoNum type="arabicPeriod" startAt="3"/>
            </a:pPr>
            <a:r>
              <a:rPr lang="en-US" sz="2000" b="1" dirty="0">
                <a:solidFill>
                  <a:schemeClr val="bg2"/>
                </a:solidFill>
              </a:rPr>
              <a:t>Leading principal components’ (PCs) low explanatory power</a:t>
            </a:r>
            <a:r>
              <a:rPr lang="en-US" sz="2000" dirty="0">
                <a:solidFill>
                  <a:srgbClr val="F6F6FA"/>
                </a:solidFill>
              </a:rPr>
              <a:t> if applied to all accounts:  </a:t>
            </a:r>
          </a:p>
          <a:p>
            <a:pPr marL="800100" lvl="1" indent="-342900">
              <a:lnSpc>
                <a:spcPts val="3200"/>
              </a:lnSpc>
              <a:buClr>
                <a:schemeClr val="accent2"/>
              </a:buClr>
              <a:buSzPct val="80000"/>
              <a:buFont typeface="Arial" panose="020B0604020202020204" pitchFamily="34" charset="0"/>
              <a:buChar char="►"/>
            </a:pPr>
            <a:r>
              <a:rPr lang="en-US" sz="2000" dirty="0">
                <a:solidFill>
                  <a:srgbClr val="F6F6FA"/>
                </a:solidFill>
              </a:rPr>
              <a:t>	3 leading PCs  explain 14% in 2013 and 34% in 2014</a:t>
            </a:r>
          </a:p>
          <a:p>
            <a:pPr marL="800100" lvl="1" indent="-342900">
              <a:lnSpc>
                <a:spcPts val="3200"/>
              </a:lnSpc>
              <a:buClr>
                <a:schemeClr val="accent2"/>
              </a:buClr>
              <a:buSzPct val="80000"/>
              <a:buFont typeface="Arial" panose="020B0604020202020204" pitchFamily="34" charset="0"/>
              <a:buChar char="►"/>
            </a:pPr>
            <a:r>
              <a:rPr lang="en-US" sz="2000" dirty="0">
                <a:solidFill>
                  <a:srgbClr val="F6F6FA"/>
                </a:solidFill>
              </a:rPr>
              <a:t>	50 leading PCs explain 59% in 2013 and 76% in 2014</a:t>
            </a:r>
          </a:p>
          <a:p>
            <a:pPr>
              <a:lnSpc>
                <a:spcPct val="200000"/>
              </a:lnSpc>
            </a:pPr>
            <a:endParaRPr lang="en-US" sz="1400" dirty="0"/>
          </a:p>
          <a:p>
            <a:pPr>
              <a:lnSpc>
                <a:spcPct val="200000"/>
              </a:lnSpc>
            </a:pPr>
            <a:endParaRPr lang="en-US" sz="1400" dirty="0"/>
          </a:p>
        </p:txBody>
      </p:sp>
    </p:spTree>
    <p:extLst>
      <p:ext uri="{BB962C8B-B14F-4D97-AF65-F5344CB8AC3E}">
        <p14:creationId xmlns:p14="http://schemas.microsoft.com/office/powerpoint/2010/main" val="4530810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solidFill>
                  <a:srgbClr val="F6F6FA"/>
                </a:solidFill>
              </a:rPr>
              <a:t>Methods’ outline: data preparation</a:t>
            </a:r>
            <a:endParaRPr lang="en-US" sz="2000" b="0" dirty="0">
              <a:solidFill>
                <a:srgbClr val="F6F6FA"/>
              </a:solidFill>
            </a:endParaRPr>
          </a:p>
        </p:txBody>
      </p:sp>
      <p:sp>
        <p:nvSpPr>
          <p:cNvPr id="3" name="Rectangle 2"/>
          <p:cNvSpPr/>
          <p:nvPr/>
        </p:nvSpPr>
        <p:spPr>
          <a:xfrm>
            <a:off x="608543" y="1282382"/>
            <a:ext cx="10920383" cy="2308324"/>
          </a:xfrm>
          <a:prstGeom prst="rect">
            <a:avLst/>
          </a:prstGeom>
        </p:spPr>
        <p:txBody>
          <a:bodyPr wrap="square">
            <a:spAutoFit/>
          </a:bodyPr>
          <a:lstStyle/>
          <a:p>
            <a:pPr marL="342900" indent="-342900">
              <a:lnSpc>
                <a:spcPct val="200000"/>
              </a:lnSpc>
              <a:buFont typeface="+mj-lt"/>
              <a:buAutoNum type="arabicPeriod"/>
            </a:pPr>
            <a:endParaRPr lang="en-US" dirty="0"/>
          </a:p>
          <a:p>
            <a:pPr>
              <a:lnSpc>
                <a:spcPct val="200000"/>
              </a:lnSpc>
            </a:pPr>
            <a:endParaRPr lang="en-US" dirty="0"/>
          </a:p>
          <a:p>
            <a:pPr marL="342900" lvl="0" indent="-342900">
              <a:lnSpc>
                <a:spcPct val="200000"/>
              </a:lnSpc>
              <a:buFont typeface="+mj-lt"/>
              <a:buAutoNum type="arabicPeriod"/>
            </a:pPr>
            <a:endParaRPr lang="en-US" dirty="0"/>
          </a:p>
          <a:p>
            <a:pPr marL="342900" lvl="0" indent="-342900">
              <a:lnSpc>
                <a:spcPct val="200000"/>
              </a:lnSpc>
              <a:buFont typeface="+mj-lt"/>
              <a:buAutoNum type="arabicPeriod"/>
            </a:pPr>
            <a:endParaRPr lang="en-US" dirty="0"/>
          </a:p>
        </p:txBody>
      </p:sp>
      <p:sp>
        <p:nvSpPr>
          <p:cNvPr id="4" name="Rectangle 3">
            <a:extLst>
              <a:ext uri="{FF2B5EF4-FFF2-40B4-BE49-F238E27FC236}">
                <a16:creationId xmlns:a16="http://schemas.microsoft.com/office/drawing/2014/main" id="{83F320B2-5B8D-4ACE-A498-5406DEBE0BE0}"/>
              </a:ext>
            </a:extLst>
          </p:cNvPr>
          <p:cNvSpPr/>
          <p:nvPr/>
        </p:nvSpPr>
        <p:spPr>
          <a:xfrm>
            <a:off x="489958" y="1144285"/>
            <a:ext cx="11444960" cy="1323439"/>
          </a:xfrm>
          <a:prstGeom prst="rect">
            <a:avLst/>
          </a:prstGeom>
        </p:spPr>
        <p:txBody>
          <a:bodyPr wrap="square">
            <a:spAutoFit/>
          </a:bodyPr>
          <a:lstStyle/>
          <a:p>
            <a:pPr marL="457200" indent="-457200">
              <a:lnSpc>
                <a:spcPts val="3200"/>
              </a:lnSpc>
              <a:buAutoNum type="arabicPeriod"/>
            </a:pPr>
            <a:r>
              <a:rPr lang="en-US" sz="1900" dirty="0">
                <a:solidFill>
                  <a:schemeClr val="bg2"/>
                </a:solidFill>
              </a:rPr>
              <a:t>Aggregate daily average of absolute values with zero if the accounts do not have any entry per day</a:t>
            </a:r>
          </a:p>
          <a:p>
            <a:pPr marL="800100" lvl="1" indent="-342900">
              <a:lnSpc>
                <a:spcPts val="3200"/>
              </a:lnSpc>
              <a:buClr>
                <a:schemeClr val="accent2"/>
              </a:buClr>
              <a:buSzPct val="80000"/>
              <a:buFont typeface="Arial" panose="020B0604020202020204" pitchFamily="34" charset="0"/>
              <a:buChar char="►"/>
            </a:pPr>
            <a:r>
              <a:rPr lang="en-US" sz="2000" dirty="0">
                <a:solidFill>
                  <a:srgbClr val="F6F6FA"/>
                </a:solidFill>
              </a:rPr>
              <a:t>	364 daily observations on 690 accounts in 2013</a:t>
            </a:r>
          </a:p>
          <a:p>
            <a:pPr marL="800100" lvl="1" indent="-342900">
              <a:lnSpc>
                <a:spcPts val="3200"/>
              </a:lnSpc>
              <a:buClr>
                <a:schemeClr val="accent2"/>
              </a:buClr>
              <a:buSzPct val="80000"/>
              <a:buFont typeface="Arial" panose="020B0604020202020204" pitchFamily="34" charset="0"/>
              <a:buChar char="►"/>
            </a:pPr>
            <a:r>
              <a:rPr lang="en-US" sz="2000" dirty="0">
                <a:solidFill>
                  <a:srgbClr val="F6F6FA"/>
                </a:solidFill>
              </a:rPr>
              <a:t>	365 daily observations on 802 accounts in 2014</a:t>
            </a:r>
            <a:endParaRPr lang="en-US" sz="2000" dirty="0"/>
          </a:p>
        </p:txBody>
      </p:sp>
      <p:graphicFrame>
        <p:nvGraphicFramePr>
          <p:cNvPr id="6" name="Table 5">
            <a:extLst>
              <a:ext uri="{FF2B5EF4-FFF2-40B4-BE49-F238E27FC236}">
                <a16:creationId xmlns:a16="http://schemas.microsoft.com/office/drawing/2014/main" id="{175CF72F-71F3-489B-BB06-E2B1D08B70A0}"/>
              </a:ext>
            </a:extLst>
          </p:cNvPr>
          <p:cNvGraphicFramePr>
            <a:graphicFrameLocks noGrp="1"/>
          </p:cNvGraphicFramePr>
          <p:nvPr>
            <p:extLst>
              <p:ext uri="{D42A27DB-BD31-4B8C-83A1-F6EECF244321}">
                <p14:modId xmlns:p14="http://schemas.microsoft.com/office/powerpoint/2010/main" val="1571713354"/>
              </p:ext>
            </p:extLst>
          </p:nvPr>
        </p:nvGraphicFramePr>
        <p:xfrm>
          <a:off x="628028" y="3365850"/>
          <a:ext cx="9781541" cy="2765232"/>
        </p:xfrm>
        <a:graphic>
          <a:graphicData uri="http://schemas.openxmlformats.org/drawingml/2006/table">
            <a:tbl>
              <a:tblPr>
                <a:tableStyleId>{5C22544A-7EE6-4342-B048-85BDC9FD1C3A}</a:tableStyleId>
              </a:tblPr>
              <a:tblGrid>
                <a:gridCol w="1200679">
                  <a:extLst>
                    <a:ext uri="{9D8B030D-6E8A-4147-A177-3AD203B41FA5}">
                      <a16:colId xmlns:a16="http://schemas.microsoft.com/office/drawing/2014/main" val="1146332954"/>
                    </a:ext>
                  </a:extLst>
                </a:gridCol>
                <a:gridCol w="1494180">
                  <a:extLst>
                    <a:ext uri="{9D8B030D-6E8A-4147-A177-3AD203B41FA5}">
                      <a16:colId xmlns:a16="http://schemas.microsoft.com/office/drawing/2014/main" val="1208622770"/>
                    </a:ext>
                  </a:extLst>
                </a:gridCol>
                <a:gridCol w="1494180">
                  <a:extLst>
                    <a:ext uri="{9D8B030D-6E8A-4147-A177-3AD203B41FA5}">
                      <a16:colId xmlns:a16="http://schemas.microsoft.com/office/drawing/2014/main" val="467823326"/>
                    </a:ext>
                  </a:extLst>
                </a:gridCol>
                <a:gridCol w="1494180">
                  <a:extLst>
                    <a:ext uri="{9D8B030D-6E8A-4147-A177-3AD203B41FA5}">
                      <a16:colId xmlns:a16="http://schemas.microsoft.com/office/drawing/2014/main" val="827123151"/>
                    </a:ext>
                  </a:extLst>
                </a:gridCol>
                <a:gridCol w="1494180">
                  <a:extLst>
                    <a:ext uri="{9D8B030D-6E8A-4147-A177-3AD203B41FA5}">
                      <a16:colId xmlns:a16="http://schemas.microsoft.com/office/drawing/2014/main" val="414371746"/>
                    </a:ext>
                  </a:extLst>
                </a:gridCol>
                <a:gridCol w="1302071">
                  <a:extLst>
                    <a:ext uri="{9D8B030D-6E8A-4147-A177-3AD203B41FA5}">
                      <a16:colId xmlns:a16="http://schemas.microsoft.com/office/drawing/2014/main" val="2464131193"/>
                    </a:ext>
                  </a:extLst>
                </a:gridCol>
                <a:gridCol w="1302071">
                  <a:extLst>
                    <a:ext uri="{9D8B030D-6E8A-4147-A177-3AD203B41FA5}">
                      <a16:colId xmlns:a16="http://schemas.microsoft.com/office/drawing/2014/main" val="1965303456"/>
                    </a:ext>
                  </a:extLst>
                </a:gridCol>
              </a:tblGrid>
              <a:tr h="460872">
                <a:tc>
                  <a:txBody>
                    <a:bodyPr/>
                    <a:lstStyle/>
                    <a:p>
                      <a:pPr algn="r" fontAlgn="b"/>
                      <a:r>
                        <a:rPr lang="en-US" sz="1600" b="1" u="none" strike="noStrike" dirty="0">
                          <a:solidFill>
                            <a:srgbClr val="2E2E38"/>
                          </a:solidFill>
                          <a:effectLst/>
                        </a:rPr>
                        <a:t>Date</a:t>
                      </a:r>
                      <a:endParaRPr lang="en-US" sz="1600" b="1" i="0" u="none" strike="noStrike" dirty="0">
                        <a:solidFill>
                          <a:srgbClr val="2E2E38"/>
                        </a:solidFill>
                        <a:effectLst/>
                        <a:latin typeface="Calibri" panose="020F0502020204030204" pitchFamily="34" charset="0"/>
                      </a:endParaRPr>
                    </a:p>
                  </a:txBody>
                  <a:tcPr marL="9525" marR="9525" marT="9525" marB="0" anchor="ctr">
                    <a:solidFill>
                      <a:srgbClr val="C4C4CD"/>
                    </a:solidFill>
                  </a:tcPr>
                </a:tc>
                <a:tc>
                  <a:txBody>
                    <a:bodyPr/>
                    <a:lstStyle/>
                    <a:p>
                      <a:pPr algn="r" fontAlgn="b"/>
                      <a:r>
                        <a:rPr lang="en-US" sz="1600" b="1" u="none" strike="noStrike" dirty="0">
                          <a:solidFill>
                            <a:srgbClr val="2E2E38"/>
                          </a:solidFill>
                          <a:effectLst/>
                        </a:rPr>
                        <a:t>1510000 Cr</a:t>
                      </a:r>
                      <a:endParaRPr lang="en-US" sz="1600" b="1" i="0" u="none" strike="noStrike" dirty="0">
                        <a:solidFill>
                          <a:srgbClr val="2E2E38"/>
                        </a:solidFill>
                        <a:effectLst/>
                        <a:latin typeface="Calibri" panose="020F0502020204030204" pitchFamily="34" charset="0"/>
                      </a:endParaRPr>
                    </a:p>
                  </a:txBody>
                  <a:tcPr marL="9525" marR="9525" marT="9525" marB="0" anchor="ctr">
                    <a:solidFill>
                      <a:srgbClr val="C4C4CD"/>
                    </a:solidFill>
                  </a:tcPr>
                </a:tc>
                <a:tc>
                  <a:txBody>
                    <a:bodyPr/>
                    <a:lstStyle/>
                    <a:p>
                      <a:pPr algn="r" fontAlgn="b"/>
                      <a:r>
                        <a:rPr lang="en-US" sz="1600" b="1" u="none" strike="noStrike" dirty="0">
                          <a:solidFill>
                            <a:srgbClr val="2E2E38"/>
                          </a:solidFill>
                          <a:effectLst/>
                        </a:rPr>
                        <a:t>1510000 </a:t>
                      </a:r>
                      <a:r>
                        <a:rPr lang="en-US" sz="1600" b="1" u="none" strike="noStrike" dirty="0" err="1">
                          <a:solidFill>
                            <a:srgbClr val="2E2E38"/>
                          </a:solidFill>
                          <a:effectLst/>
                        </a:rPr>
                        <a:t>Dr</a:t>
                      </a:r>
                      <a:endParaRPr lang="en-US" sz="1600" b="1" i="0" u="none" strike="noStrike" dirty="0">
                        <a:solidFill>
                          <a:srgbClr val="2E2E38"/>
                        </a:solidFill>
                        <a:effectLst/>
                        <a:latin typeface="Calibri" panose="020F0502020204030204" pitchFamily="34" charset="0"/>
                      </a:endParaRPr>
                    </a:p>
                  </a:txBody>
                  <a:tcPr marL="9525" marR="9525" marT="9525" marB="0" anchor="ctr">
                    <a:solidFill>
                      <a:srgbClr val="C4C4CD"/>
                    </a:solidFill>
                  </a:tcPr>
                </a:tc>
                <a:tc>
                  <a:txBody>
                    <a:bodyPr/>
                    <a:lstStyle/>
                    <a:p>
                      <a:pPr algn="r" fontAlgn="b"/>
                      <a:r>
                        <a:rPr lang="en-US" sz="1600" b="1" u="none" strike="noStrike" dirty="0">
                          <a:solidFill>
                            <a:srgbClr val="2E2E38"/>
                          </a:solidFill>
                          <a:effectLst/>
                        </a:rPr>
                        <a:t>1510020 Cr</a:t>
                      </a:r>
                      <a:endParaRPr lang="en-US" sz="1600" b="1" i="0" u="none" strike="noStrike" dirty="0">
                        <a:solidFill>
                          <a:srgbClr val="2E2E38"/>
                        </a:solidFill>
                        <a:effectLst/>
                        <a:latin typeface="Calibri" panose="020F0502020204030204" pitchFamily="34" charset="0"/>
                      </a:endParaRPr>
                    </a:p>
                  </a:txBody>
                  <a:tcPr marL="9525" marR="9525" marT="9525" marB="0" anchor="ctr">
                    <a:solidFill>
                      <a:srgbClr val="C4C4CD"/>
                    </a:solidFill>
                  </a:tcPr>
                </a:tc>
                <a:tc>
                  <a:txBody>
                    <a:bodyPr/>
                    <a:lstStyle/>
                    <a:p>
                      <a:pPr algn="r" fontAlgn="b"/>
                      <a:r>
                        <a:rPr lang="en-US" sz="1600" b="1" u="none" strike="noStrike" dirty="0">
                          <a:solidFill>
                            <a:srgbClr val="2E2E38"/>
                          </a:solidFill>
                          <a:effectLst/>
                        </a:rPr>
                        <a:t>1510020 </a:t>
                      </a:r>
                      <a:r>
                        <a:rPr lang="en-US" sz="1600" b="1" u="none" strike="noStrike" dirty="0" err="1">
                          <a:solidFill>
                            <a:srgbClr val="2E2E38"/>
                          </a:solidFill>
                          <a:effectLst/>
                        </a:rPr>
                        <a:t>Dr</a:t>
                      </a:r>
                      <a:endParaRPr lang="en-US" sz="1600" b="1" i="0" u="none" strike="noStrike" dirty="0">
                        <a:solidFill>
                          <a:srgbClr val="2E2E38"/>
                        </a:solidFill>
                        <a:effectLst/>
                        <a:latin typeface="Calibri" panose="020F0502020204030204" pitchFamily="34" charset="0"/>
                      </a:endParaRPr>
                    </a:p>
                  </a:txBody>
                  <a:tcPr marL="9525" marR="9525" marT="9525" marB="0" anchor="ctr">
                    <a:solidFill>
                      <a:srgbClr val="C4C4CD"/>
                    </a:solidFill>
                  </a:tcPr>
                </a:tc>
                <a:tc>
                  <a:txBody>
                    <a:bodyPr/>
                    <a:lstStyle/>
                    <a:p>
                      <a:pPr algn="r" fontAlgn="b"/>
                      <a:r>
                        <a:rPr lang="en-US" sz="1600" b="1" u="none" strike="noStrike" dirty="0">
                          <a:solidFill>
                            <a:srgbClr val="2E2E38"/>
                          </a:solidFill>
                          <a:effectLst/>
                        </a:rPr>
                        <a:t>1510030 Cr</a:t>
                      </a:r>
                      <a:endParaRPr lang="en-US" sz="1600" b="1" i="0" u="none" strike="noStrike" dirty="0">
                        <a:solidFill>
                          <a:srgbClr val="2E2E38"/>
                        </a:solidFill>
                        <a:effectLst/>
                        <a:latin typeface="Calibri" panose="020F0502020204030204" pitchFamily="34" charset="0"/>
                      </a:endParaRPr>
                    </a:p>
                  </a:txBody>
                  <a:tcPr marL="9525" marR="9525" marT="9525" marB="0" anchor="ctr">
                    <a:solidFill>
                      <a:srgbClr val="C4C4CD"/>
                    </a:solidFill>
                  </a:tcPr>
                </a:tc>
                <a:tc>
                  <a:txBody>
                    <a:bodyPr/>
                    <a:lstStyle/>
                    <a:p>
                      <a:pPr algn="r" fontAlgn="b"/>
                      <a:r>
                        <a:rPr lang="en-US" sz="1600" b="1" u="none" strike="noStrike" dirty="0">
                          <a:solidFill>
                            <a:srgbClr val="2E2E38"/>
                          </a:solidFill>
                          <a:effectLst/>
                        </a:rPr>
                        <a:t>1510030 </a:t>
                      </a:r>
                      <a:r>
                        <a:rPr lang="en-US" sz="1600" b="1" u="none" strike="noStrike" dirty="0" err="1">
                          <a:solidFill>
                            <a:srgbClr val="2E2E38"/>
                          </a:solidFill>
                          <a:effectLst/>
                        </a:rPr>
                        <a:t>Dr</a:t>
                      </a:r>
                      <a:endParaRPr lang="en-US" sz="1600" b="1" i="0" u="none" strike="noStrike" dirty="0">
                        <a:solidFill>
                          <a:srgbClr val="2E2E38"/>
                        </a:solidFill>
                        <a:effectLst/>
                        <a:latin typeface="Calibri" panose="020F0502020204030204" pitchFamily="34" charset="0"/>
                      </a:endParaRPr>
                    </a:p>
                  </a:txBody>
                  <a:tcPr marL="9525" marR="9525" marT="9525" marB="0" anchor="ctr">
                    <a:solidFill>
                      <a:srgbClr val="C4C4CD"/>
                    </a:solidFill>
                  </a:tcPr>
                </a:tc>
                <a:extLst>
                  <a:ext uri="{0D108BD9-81ED-4DB2-BD59-A6C34878D82A}">
                    <a16:rowId xmlns:a16="http://schemas.microsoft.com/office/drawing/2014/main" val="2049215474"/>
                  </a:ext>
                </a:extLst>
              </a:tr>
              <a:tr h="460872">
                <a:tc>
                  <a:txBody>
                    <a:bodyPr/>
                    <a:lstStyle/>
                    <a:p>
                      <a:pPr algn="r" fontAlgn="b"/>
                      <a:r>
                        <a:rPr lang="en-US" sz="1600" u="none" strike="noStrike" dirty="0">
                          <a:solidFill>
                            <a:srgbClr val="F6F6FA"/>
                          </a:solidFill>
                          <a:effectLst/>
                        </a:rPr>
                        <a:t>1 Jan 2014</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563,636.62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563,636.59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428,451.38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428,451.41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123,727.78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123,727.80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1645257487"/>
                  </a:ext>
                </a:extLst>
              </a:tr>
              <a:tr h="46087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600" u="none" strike="noStrike" dirty="0">
                          <a:solidFill>
                            <a:srgbClr val="F6F6FA"/>
                          </a:solidFill>
                          <a:effectLst/>
                        </a:rPr>
                        <a:t>2 Jan 2014</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2,315,998.98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2,316,476.69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1,964,905.00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0.00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a:solidFill>
                            <a:srgbClr val="F6F6FA"/>
                          </a:solidFill>
                          <a:effectLst/>
                        </a:rPr>
                        <a:t>351,077.09 </a:t>
                      </a:r>
                      <a:endParaRPr lang="en-US" sz="1600" b="0" i="0" u="none" strike="noStrike">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a:solidFill>
                            <a:srgbClr val="F6F6FA"/>
                          </a:solidFill>
                          <a:effectLst/>
                        </a:rPr>
                        <a:t>0.00 </a:t>
                      </a:r>
                      <a:endParaRPr lang="en-US" sz="1600" b="0" i="0" u="none" strike="noStrike">
                        <a:solidFill>
                          <a:srgbClr val="F6F6FA"/>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1346090862"/>
                  </a:ext>
                </a:extLst>
              </a:tr>
              <a:tr h="460872">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600" u="none" strike="noStrike" dirty="0">
                          <a:solidFill>
                            <a:srgbClr val="F6F6FA"/>
                          </a:solidFill>
                          <a:effectLst/>
                        </a:rPr>
                        <a:t>3 Jan 2014</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662,296.27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662,296.25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548,339.02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688,127.71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19,244.42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4,181.26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1551866844"/>
                  </a:ext>
                </a:extLst>
              </a:tr>
              <a:tr h="460872">
                <a:tc>
                  <a:txBody>
                    <a:bodyPr/>
                    <a:lstStyle/>
                    <a:p>
                      <a:pPr algn="r" fontAlgn="b"/>
                      <a:r>
                        <a:rPr lang="en-US" sz="1600" u="none" strike="noStrike" dirty="0">
                          <a:solidFill>
                            <a:srgbClr val="F6F6FA"/>
                          </a:solidFill>
                          <a:effectLst/>
                        </a:rPr>
                        <a:t>4 Jan 2014</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a:solidFill>
                            <a:srgbClr val="F6F6FA"/>
                          </a:solidFill>
                          <a:effectLst/>
                        </a:rPr>
                        <a:t>2,316,459.71 </a:t>
                      </a:r>
                      <a:endParaRPr lang="en-US" sz="1600" b="0" i="0" u="none" strike="noStrike">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2,316,459.62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1,964,905.29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1,964,905.00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351,077.10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351,077.09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2708869144"/>
                  </a:ext>
                </a:extLst>
              </a:tr>
              <a:tr h="460872">
                <a:tc>
                  <a:txBody>
                    <a:bodyPr/>
                    <a:lstStyle/>
                    <a:p>
                      <a:pPr algn="r" fontAlgn="b"/>
                      <a:r>
                        <a:rPr lang="en-US" sz="1600" u="none" strike="noStrike" dirty="0">
                          <a:solidFill>
                            <a:srgbClr val="F6F6FA"/>
                          </a:solidFill>
                          <a:effectLst/>
                        </a:rPr>
                        <a:t>7 Jan 2014</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a:solidFill>
                            <a:srgbClr val="F6F6FA"/>
                          </a:solidFill>
                          <a:effectLst/>
                        </a:rPr>
                        <a:t>461,111.73 </a:t>
                      </a:r>
                      <a:endParaRPr lang="en-US" sz="1600" b="0" i="0" u="none" strike="noStrike">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461,111.62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234,851.30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0.00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188,509.91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tc>
                  <a:txBody>
                    <a:bodyPr/>
                    <a:lstStyle/>
                    <a:p>
                      <a:pPr algn="r" fontAlgn="b"/>
                      <a:r>
                        <a:rPr lang="en-US" sz="1600" u="none" strike="noStrike" dirty="0">
                          <a:solidFill>
                            <a:srgbClr val="F6F6FA"/>
                          </a:solidFill>
                          <a:effectLst/>
                        </a:rPr>
                        <a:t>0.00 </a:t>
                      </a:r>
                      <a:endParaRPr lang="en-US" sz="1600" b="0" i="0" u="none" strike="noStrike" dirty="0">
                        <a:solidFill>
                          <a:srgbClr val="F6F6FA"/>
                        </a:solidFill>
                        <a:effectLst/>
                        <a:latin typeface="Calibri" panose="020F0502020204030204" pitchFamily="34" charset="0"/>
                      </a:endParaRPr>
                    </a:p>
                  </a:txBody>
                  <a:tcPr marL="9525" marR="9525" marT="9525" marB="0" anchor="ctr">
                    <a:noFill/>
                  </a:tcPr>
                </a:tc>
                <a:extLst>
                  <a:ext uri="{0D108BD9-81ED-4DB2-BD59-A6C34878D82A}">
                    <a16:rowId xmlns:a16="http://schemas.microsoft.com/office/drawing/2014/main" val="4160518064"/>
                  </a:ext>
                </a:extLst>
              </a:tr>
            </a:tbl>
          </a:graphicData>
        </a:graphic>
      </p:graphicFrame>
      <p:sp>
        <p:nvSpPr>
          <p:cNvPr id="7" name="Rectangle 1">
            <a:extLst>
              <a:ext uri="{FF2B5EF4-FFF2-40B4-BE49-F238E27FC236}">
                <a16:creationId xmlns:a16="http://schemas.microsoft.com/office/drawing/2014/main" id="{1D0E0417-C141-4801-A677-49C1C8351EEB}"/>
              </a:ext>
            </a:extLst>
          </p:cNvPr>
          <p:cNvSpPr>
            <a:spLocks noChangeArrowheads="1"/>
          </p:cNvSpPr>
          <p:nvPr/>
        </p:nvSpPr>
        <p:spPr bwMode="auto">
          <a:xfrm>
            <a:off x="608543" y="2605821"/>
            <a:ext cx="432842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strike="noStrike" cap="none" normalizeH="0" baseline="0" dirty="0">
                <a:ln>
                  <a:noFill/>
                </a:ln>
                <a:solidFill>
                  <a:srgbClr val="F6F6FA"/>
                </a:solidFill>
                <a:effectLst/>
                <a:latin typeface="+mj-lt"/>
                <a:ea typeface="Calibri" panose="020F0502020204030204" pitchFamily="34" charset="0"/>
                <a:cs typeface="Times New Roman" panose="02020603050405020304" pitchFamily="18" charset="0"/>
              </a:rPr>
              <a:t>Example: </a:t>
            </a:r>
            <a:r>
              <a:rPr lang="en-US" altLang="en-US" sz="2000" dirty="0">
                <a:solidFill>
                  <a:srgbClr val="F6F6FA"/>
                </a:solidFill>
                <a:latin typeface="+mj-lt"/>
                <a:ea typeface="Calibri" panose="020F0502020204030204" pitchFamily="34" charset="0"/>
                <a:cs typeface="Times New Roman" panose="02020603050405020304" pitchFamily="18" charset="0"/>
              </a:rPr>
              <a:t>d</a:t>
            </a:r>
            <a:r>
              <a:rPr kumimoji="0" lang="en-US" altLang="en-US" sz="2000" i="0" strike="noStrike" cap="none" normalizeH="0" baseline="0" dirty="0">
                <a:ln>
                  <a:noFill/>
                </a:ln>
                <a:solidFill>
                  <a:srgbClr val="F6F6FA"/>
                </a:solidFill>
                <a:effectLst/>
                <a:latin typeface="+mj-lt"/>
                <a:ea typeface="Calibri" panose="020F0502020204030204" pitchFamily="34" charset="0"/>
                <a:cs typeface="Times New Roman" panose="02020603050405020304" pitchFamily="18" charset="0"/>
              </a:rPr>
              <a:t>ata aggregation for 2014 </a:t>
            </a:r>
            <a:endParaRPr kumimoji="0" lang="en-US" altLang="en-US" sz="2000" i="0" strike="noStrike" cap="none" normalizeH="0" baseline="0" dirty="0">
              <a:ln>
                <a:noFill/>
              </a:ln>
              <a:solidFill>
                <a:srgbClr val="F6F6FA"/>
              </a:solidFill>
              <a:effectLst/>
              <a:latin typeface="+mj-lt"/>
            </a:endParaRPr>
          </a:p>
        </p:txBody>
      </p:sp>
    </p:spTree>
    <p:extLst>
      <p:ext uri="{BB962C8B-B14F-4D97-AF65-F5344CB8AC3E}">
        <p14:creationId xmlns:p14="http://schemas.microsoft.com/office/powerpoint/2010/main" val="3101419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solidFill>
                  <a:srgbClr val="F6F6FA"/>
                </a:solidFill>
              </a:rPr>
              <a:t>Methods’ outline: data preparation</a:t>
            </a:r>
            <a:endParaRPr lang="en-US" sz="2000" b="0" dirty="0">
              <a:solidFill>
                <a:srgbClr val="F6F6FA"/>
              </a:solidFill>
            </a:endParaRPr>
          </a:p>
        </p:txBody>
      </p:sp>
      <p:sp>
        <p:nvSpPr>
          <p:cNvPr id="3" name="Rectangle 2"/>
          <p:cNvSpPr/>
          <p:nvPr/>
        </p:nvSpPr>
        <p:spPr>
          <a:xfrm>
            <a:off x="608543" y="1282382"/>
            <a:ext cx="10920383" cy="2308324"/>
          </a:xfrm>
          <a:prstGeom prst="rect">
            <a:avLst/>
          </a:prstGeom>
        </p:spPr>
        <p:txBody>
          <a:bodyPr wrap="square">
            <a:spAutoFit/>
          </a:bodyPr>
          <a:lstStyle/>
          <a:p>
            <a:pPr marL="342900" indent="-342900">
              <a:lnSpc>
                <a:spcPct val="200000"/>
              </a:lnSpc>
              <a:buFont typeface="+mj-lt"/>
              <a:buAutoNum type="arabicPeriod"/>
            </a:pPr>
            <a:endParaRPr lang="en-US" dirty="0"/>
          </a:p>
          <a:p>
            <a:pPr>
              <a:lnSpc>
                <a:spcPct val="200000"/>
              </a:lnSpc>
            </a:pPr>
            <a:endParaRPr lang="en-US" dirty="0"/>
          </a:p>
          <a:p>
            <a:pPr marL="342900" lvl="0" indent="-342900">
              <a:lnSpc>
                <a:spcPct val="200000"/>
              </a:lnSpc>
              <a:buFont typeface="+mj-lt"/>
              <a:buAutoNum type="arabicPeriod"/>
            </a:pPr>
            <a:endParaRPr lang="en-US" dirty="0"/>
          </a:p>
          <a:p>
            <a:pPr marL="342900" lvl="0" indent="-342900">
              <a:lnSpc>
                <a:spcPct val="200000"/>
              </a:lnSpc>
              <a:buFont typeface="+mj-lt"/>
              <a:buAutoNum type="arabicPeriod"/>
            </a:pPr>
            <a:endParaRPr lang="en-US" dirty="0"/>
          </a:p>
        </p:txBody>
      </p:sp>
      <p:sp>
        <p:nvSpPr>
          <p:cNvPr id="4" name="Rectangle 3">
            <a:extLst>
              <a:ext uri="{FF2B5EF4-FFF2-40B4-BE49-F238E27FC236}">
                <a16:creationId xmlns:a16="http://schemas.microsoft.com/office/drawing/2014/main" id="{83F320B2-5B8D-4ACE-A498-5406DEBE0BE0}"/>
              </a:ext>
            </a:extLst>
          </p:cNvPr>
          <p:cNvSpPr/>
          <p:nvPr/>
        </p:nvSpPr>
        <p:spPr>
          <a:xfrm>
            <a:off x="507499" y="1174545"/>
            <a:ext cx="10920383" cy="2144177"/>
          </a:xfrm>
          <a:prstGeom prst="rect">
            <a:avLst/>
          </a:prstGeom>
        </p:spPr>
        <p:txBody>
          <a:bodyPr wrap="square">
            <a:spAutoFit/>
          </a:bodyPr>
          <a:lstStyle/>
          <a:p>
            <a:pPr marL="457200" indent="-457200">
              <a:lnSpc>
                <a:spcPts val="3200"/>
              </a:lnSpc>
              <a:buFont typeface="+mj-lt"/>
              <a:buAutoNum type="arabicPeriod" startAt="2"/>
            </a:pPr>
            <a:r>
              <a:rPr lang="en-US" sz="2000" dirty="0">
                <a:solidFill>
                  <a:schemeClr val="bg2"/>
                </a:solidFill>
              </a:rPr>
              <a:t>igraph network analysis</a:t>
            </a:r>
            <a:r>
              <a:rPr lang="en-US" sz="2000" baseline="30000" dirty="0">
                <a:solidFill>
                  <a:schemeClr val="bg2"/>
                </a:solidFill>
              </a:rPr>
              <a:t>1  </a:t>
            </a:r>
            <a:r>
              <a:rPr lang="en-US" sz="2000" dirty="0">
                <a:solidFill>
                  <a:schemeClr val="bg2"/>
                </a:solidFill>
              </a:rPr>
              <a:t>by frequency of accounts’ interaction</a:t>
            </a:r>
          </a:p>
          <a:p>
            <a:pPr marL="1257300" lvl="2" indent="-342900">
              <a:lnSpc>
                <a:spcPts val="3200"/>
              </a:lnSpc>
              <a:buClr>
                <a:schemeClr val="bg2"/>
              </a:buClr>
              <a:buSzPct val="80000"/>
              <a:buFont typeface="Arial" panose="020B0604020202020204" pitchFamily="34" charset="0"/>
              <a:buChar char="►"/>
            </a:pPr>
            <a:r>
              <a:rPr lang="en-US" sz="2000" dirty="0">
                <a:solidFill>
                  <a:srgbClr val="F6F6FA"/>
                </a:solidFill>
              </a:rPr>
              <a:t>117 clusters in 2013</a:t>
            </a:r>
          </a:p>
          <a:p>
            <a:pPr marL="1257300" lvl="2" indent="-342900">
              <a:lnSpc>
                <a:spcPts val="3200"/>
              </a:lnSpc>
              <a:buClr>
                <a:schemeClr val="bg2"/>
              </a:buClr>
              <a:buSzPct val="80000"/>
              <a:buFont typeface="Arial" panose="020B0604020202020204" pitchFamily="34" charset="0"/>
              <a:buChar char="►"/>
            </a:pPr>
            <a:r>
              <a:rPr lang="en-US" sz="2000" dirty="0">
                <a:solidFill>
                  <a:srgbClr val="F6F6FA"/>
                </a:solidFill>
              </a:rPr>
              <a:t>134 clusters in 2014</a:t>
            </a:r>
          </a:p>
          <a:p>
            <a:pPr marL="1257300" lvl="2" indent="-342900">
              <a:lnSpc>
                <a:spcPts val="3200"/>
              </a:lnSpc>
              <a:buClr>
                <a:schemeClr val="bg2"/>
              </a:buClr>
              <a:buSzPct val="80000"/>
              <a:buFont typeface="Arial" panose="020B0604020202020204" pitchFamily="34" charset="0"/>
              <a:buChar char="►"/>
            </a:pPr>
            <a:r>
              <a:rPr lang="en-US" sz="2000" dirty="0">
                <a:solidFill>
                  <a:srgbClr val="F6F6FA"/>
                </a:solidFill>
              </a:rPr>
              <a:t>Significantly improves explanatory power of the leading PCs  by grouping journal     entries sharing the same set of accounts that reflects specific business processes </a:t>
            </a:r>
          </a:p>
        </p:txBody>
      </p:sp>
      <p:graphicFrame>
        <p:nvGraphicFramePr>
          <p:cNvPr id="5" name="Table 4">
            <a:extLst>
              <a:ext uri="{FF2B5EF4-FFF2-40B4-BE49-F238E27FC236}">
                <a16:creationId xmlns:a16="http://schemas.microsoft.com/office/drawing/2014/main" id="{5500793A-0131-4F75-8A9E-41B0CD8B0508}"/>
              </a:ext>
            </a:extLst>
          </p:cNvPr>
          <p:cNvGraphicFramePr>
            <a:graphicFrameLocks noGrp="1"/>
          </p:cNvGraphicFramePr>
          <p:nvPr>
            <p:extLst>
              <p:ext uri="{D42A27DB-BD31-4B8C-83A1-F6EECF244321}">
                <p14:modId xmlns:p14="http://schemas.microsoft.com/office/powerpoint/2010/main" val="806670139"/>
              </p:ext>
            </p:extLst>
          </p:nvPr>
        </p:nvGraphicFramePr>
        <p:xfrm>
          <a:off x="608543" y="4064034"/>
          <a:ext cx="8718475" cy="1761030"/>
        </p:xfrm>
        <a:graphic>
          <a:graphicData uri="http://schemas.openxmlformats.org/drawingml/2006/table">
            <a:tbl>
              <a:tblPr firstRow="1" firstCol="1" bandRow="1">
                <a:tableStyleId>{17292A2E-F333-43FB-9621-5CBBE7FDCDCB}</a:tableStyleId>
              </a:tblPr>
              <a:tblGrid>
                <a:gridCol w="1282451">
                  <a:extLst>
                    <a:ext uri="{9D8B030D-6E8A-4147-A177-3AD203B41FA5}">
                      <a16:colId xmlns:a16="http://schemas.microsoft.com/office/drawing/2014/main" val="74337211"/>
                    </a:ext>
                  </a:extLst>
                </a:gridCol>
                <a:gridCol w="7436024">
                  <a:extLst>
                    <a:ext uri="{9D8B030D-6E8A-4147-A177-3AD203B41FA5}">
                      <a16:colId xmlns:a16="http://schemas.microsoft.com/office/drawing/2014/main" val="2734931587"/>
                    </a:ext>
                  </a:extLst>
                </a:gridCol>
              </a:tblGrid>
              <a:tr h="293505">
                <a:tc>
                  <a:txBody>
                    <a:bodyPr/>
                    <a:lstStyle/>
                    <a:p>
                      <a:pPr marL="0" marR="0" algn="ctr" defTabSz="914400" rtl="0" eaLnBrk="1" fontAlgn="b" latinLnBrk="0" hangingPunct="1">
                        <a:lnSpc>
                          <a:spcPct val="107000"/>
                        </a:lnSpc>
                        <a:spcBef>
                          <a:spcPts val="0"/>
                        </a:spcBef>
                        <a:spcAft>
                          <a:spcPts val="0"/>
                        </a:spcAft>
                      </a:pPr>
                      <a:r>
                        <a:rPr lang="en-US" sz="1600" b="1" u="none" strike="noStrike" kern="1200" dirty="0">
                          <a:solidFill>
                            <a:srgbClr val="2E2E38"/>
                          </a:solidFill>
                          <a:effectLst/>
                          <a:latin typeface="+mn-lt"/>
                          <a:ea typeface="+mn-ea"/>
                          <a:cs typeface="+mn-cs"/>
                        </a:rPr>
                        <a:t>Cluster ID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C4CD"/>
                    </a:solidFill>
                  </a:tcPr>
                </a:tc>
                <a:tc>
                  <a:txBody>
                    <a:bodyPr/>
                    <a:lstStyle/>
                    <a:p>
                      <a:pPr marL="0" marR="0" algn="ctr" defTabSz="914400" rtl="0" eaLnBrk="1" fontAlgn="b" latinLnBrk="0" hangingPunct="1">
                        <a:lnSpc>
                          <a:spcPct val="107000"/>
                        </a:lnSpc>
                        <a:spcBef>
                          <a:spcPts val="0"/>
                        </a:spcBef>
                        <a:spcAft>
                          <a:spcPts val="0"/>
                        </a:spcAft>
                      </a:pPr>
                      <a:r>
                        <a:rPr lang="en-US" sz="1600" b="1" u="none" strike="noStrike" kern="1200" dirty="0">
                          <a:solidFill>
                            <a:srgbClr val="2E2E38"/>
                          </a:solidFill>
                          <a:effectLst/>
                          <a:latin typeface="+mn-lt"/>
                          <a:ea typeface="+mn-ea"/>
                          <a:cs typeface="+mn-cs"/>
                        </a:rPr>
                        <a:t>Accounts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C4CD"/>
                    </a:solidFill>
                  </a:tcPr>
                </a:tc>
                <a:extLst>
                  <a:ext uri="{0D108BD9-81ED-4DB2-BD59-A6C34878D82A}">
                    <a16:rowId xmlns:a16="http://schemas.microsoft.com/office/drawing/2014/main" val="967018114"/>
                  </a:ext>
                </a:extLst>
              </a:tr>
              <a:tr h="293505">
                <a:tc>
                  <a:txBody>
                    <a:bodyPr/>
                    <a:lstStyle/>
                    <a:p>
                      <a:pPr marL="0" marR="0" algn="ctr">
                        <a:lnSpc>
                          <a:spcPct val="107000"/>
                        </a:lnSpc>
                        <a:spcBef>
                          <a:spcPts val="0"/>
                        </a:spcBef>
                        <a:spcAft>
                          <a:spcPts val="0"/>
                        </a:spcAft>
                      </a:pPr>
                      <a:r>
                        <a:rPr lang="en-US" sz="1600" b="0" dirty="0">
                          <a:solidFill>
                            <a:srgbClr val="F6F6FA"/>
                          </a:solidFill>
                          <a:effectLst/>
                        </a:rPr>
                        <a:t>85</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solidFill>
                            <a:srgbClr val="F6F6FA"/>
                          </a:solidFill>
                          <a:effectLst/>
                        </a:rPr>
                        <a:t>1500100 Ct, 1500100 Dt, 1500140 Ct, 1500140 Dt, 1500141 Ct, 1500141 Dt</a:t>
                      </a:r>
                      <a:endParaRPr lang="en-US" sz="160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5387375"/>
                  </a:ext>
                </a:extLst>
              </a:tr>
              <a:tr h="293505">
                <a:tc>
                  <a:txBody>
                    <a:bodyPr/>
                    <a:lstStyle/>
                    <a:p>
                      <a:pPr marL="0" marR="0" algn="ctr">
                        <a:lnSpc>
                          <a:spcPct val="107000"/>
                        </a:lnSpc>
                        <a:spcBef>
                          <a:spcPts val="0"/>
                        </a:spcBef>
                        <a:spcAft>
                          <a:spcPts val="0"/>
                        </a:spcAft>
                      </a:pPr>
                      <a:r>
                        <a:rPr lang="en-US" sz="1600" b="0" dirty="0">
                          <a:solidFill>
                            <a:srgbClr val="F6F6FA"/>
                          </a:solidFill>
                          <a:effectLst/>
                        </a:rPr>
                        <a:t>103</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solidFill>
                            <a:srgbClr val="F6F6FA"/>
                          </a:solidFill>
                          <a:effectLst/>
                        </a:rPr>
                        <a:t>1510000 Ct, 1510000 Dt, 1510020 Ct, 1510020 Dt, 1510030 Ct, 1510030 Dt</a:t>
                      </a:r>
                      <a:endParaRPr lang="en-US" sz="160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5502903"/>
                  </a:ext>
                </a:extLst>
              </a:tr>
              <a:tr h="293505">
                <a:tc>
                  <a:txBody>
                    <a:bodyPr/>
                    <a:lstStyle/>
                    <a:p>
                      <a:pPr marL="0" marR="0" algn="ctr">
                        <a:lnSpc>
                          <a:spcPct val="107000"/>
                        </a:lnSpc>
                        <a:spcBef>
                          <a:spcPts val="0"/>
                        </a:spcBef>
                        <a:spcAft>
                          <a:spcPts val="0"/>
                        </a:spcAft>
                      </a:pPr>
                      <a:r>
                        <a:rPr lang="en-US" sz="1600" b="0" dirty="0">
                          <a:solidFill>
                            <a:srgbClr val="F6F6FA"/>
                          </a:solidFill>
                          <a:effectLst/>
                        </a:rPr>
                        <a:t>1  </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solidFill>
                            <a:srgbClr val="F6F6FA"/>
                          </a:solidFill>
                          <a:effectLst/>
                        </a:rPr>
                        <a:t>1000001 Ct, 1000001 Dt, 1000050 Ct, 1000050 Dt, 1000051 Dt, 1000052 Ct</a:t>
                      </a:r>
                      <a:endParaRPr lang="en-US" sz="160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2690868"/>
                  </a:ext>
                </a:extLst>
              </a:tr>
              <a:tr h="293505">
                <a:tc>
                  <a:txBody>
                    <a:bodyPr/>
                    <a:lstStyle/>
                    <a:p>
                      <a:pPr marL="0" marR="0" algn="ctr">
                        <a:lnSpc>
                          <a:spcPct val="107000"/>
                        </a:lnSpc>
                        <a:spcBef>
                          <a:spcPts val="0"/>
                        </a:spcBef>
                        <a:spcAft>
                          <a:spcPts val="0"/>
                        </a:spcAft>
                      </a:pPr>
                      <a:r>
                        <a:rPr lang="en-US" sz="1600" b="0" dirty="0">
                          <a:solidFill>
                            <a:srgbClr val="F6F6FA"/>
                          </a:solidFill>
                          <a:effectLst/>
                        </a:rPr>
                        <a:t>115</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solidFill>
                            <a:srgbClr val="F6F6FA"/>
                          </a:solidFill>
                          <a:effectLst/>
                        </a:rPr>
                        <a:t>1520052 Ct, 1520052 Dt, 1520300 Ct, 1520300 Dt, 1520340 Ct, 1520340 Dt</a:t>
                      </a:r>
                      <a:endParaRPr lang="en-US" sz="160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09821661"/>
                  </a:ext>
                </a:extLst>
              </a:tr>
              <a:tr h="293505">
                <a:tc>
                  <a:txBody>
                    <a:bodyPr/>
                    <a:lstStyle/>
                    <a:p>
                      <a:pPr marL="0" marR="0" algn="ctr">
                        <a:lnSpc>
                          <a:spcPct val="107000"/>
                        </a:lnSpc>
                        <a:spcBef>
                          <a:spcPts val="0"/>
                        </a:spcBef>
                        <a:spcAft>
                          <a:spcPts val="0"/>
                        </a:spcAft>
                      </a:pPr>
                      <a:r>
                        <a:rPr lang="en-US" sz="1600" b="0" dirty="0">
                          <a:solidFill>
                            <a:srgbClr val="F6F6FA"/>
                          </a:solidFill>
                          <a:effectLst/>
                        </a:rPr>
                        <a:t>67</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07000"/>
                        </a:lnSpc>
                        <a:spcBef>
                          <a:spcPts val="0"/>
                        </a:spcBef>
                        <a:spcAft>
                          <a:spcPts val="0"/>
                        </a:spcAft>
                      </a:pPr>
                      <a:r>
                        <a:rPr lang="en-US" sz="1600" dirty="0">
                          <a:solidFill>
                            <a:srgbClr val="F6F6FA"/>
                          </a:solidFill>
                          <a:effectLst/>
                        </a:rPr>
                        <a:t>1200004 Ct, 1200006 Ct, 1200007 Ct, 1300001 Ct, 1301510 Ct, 1301510 Dt</a:t>
                      </a:r>
                      <a:endParaRPr lang="en-US" sz="160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96923"/>
                  </a:ext>
                </a:extLst>
              </a:tr>
            </a:tbl>
          </a:graphicData>
        </a:graphic>
      </p:graphicFrame>
      <p:sp>
        <p:nvSpPr>
          <p:cNvPr id="6" name="Rectangle 1">
            <a:extLst>
              <a:ext uri="{FF2B5EF4-FFF2-40B4-BE49-F238E27FC236}">
                <a16:creationId xmlns:a16="http://schemas.microsoft.com/office/drawing/2014/main" id="{7F3FEBA7-57C1-4B56-B815-B13FF28560D4}"/>
              </a:ext>
            </a:extLst>
          </p:cNvPr>
          <p:cNvSpPr>
            <a:spLocks noChangeArrowheads="1"/>
          </p:cNvSpPr>
          <p:nvPr/>
        </p:nvSpPr>
        <p:spPr bwMode="auto">
          <a:xfrm>
            <a:off x="507499" y="3491323"/>
            <a:ext cx="607730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i="0" strike="noStrike" cap="none" normalizeH="0" baseline="0" dirty="0">
                <a:ln>
                  <a:noFill/>
                </a:ln>
                <a:solidFill>
                  <a:srgbClr val="F6F6FA"/>
                </a:solidFill>
                <a:effectLst/>
                <a:latin typeface="+mj-lt"/>
                <a:ea typeface="Calibri" panose="020F0502020204030204" pitchFamily="34" charset="0"/>
                <a:cs typeface="Times New Roman" panose="02020603050405020304" pitchFamily="18" charset="0"/>
              </a:rPr>
              <a:t>Example: </a:t>
            </a:r>
            <a:r>
              <a:rPr lang="en-US" altLang="en-US" sz="2000" dirty="0">
                <a:solidFill>
                  <a:srgbClr val="F6F6FA"/>
                </a:solidFill>
                <a:latin typeface="+mj-lt"/>
                <a:ea typeface="Calibri" panose="020F0502020204030204" pitchFamily="34" charset="0"/>
                <a:cs typeface="Times New Roman" panose="02020603050405020304" pitchFamily="18" charset="0"/>
              </a:rPr>
              <a:t>t</a:t>
            </a:r>
            <a:r>
              <a:rPr kumimoji="0" lang="en-US" altLang="en-US" sz="2000" i="0" strike="noStrike" cap="none" normalizeH="0" baseline="0" dirty="0">
                <a:ln>
                  <a:noFill/>
                </a:ln>
                <a:solidFill>
                  <a:srgbClr val="F6F6FA"/>
                </a:solidFill>
                <a:effectLst/>
                <a:latin typeface="+mj-lt"/>
                <a:ea typeface="Calibri" panose="020F0502020204030204" pitchFamily="34" charset="0"/>
                <a:cs typeface="Times New Roman" panose="02020603050405020304" pitchFamily="18" charset="0"/>
              </a:rPr>
              <a:t>op five clusters by total turnover in 2013 </a:t>
            </a:r>
            <a:endParaRPr kumimoji="0" lang="en-US" altLang="en-US" sz="2000" i="0" strike="noStrike" cap="none" normalizeH="0" baseline="0" dirty="0">
              <a:ln>
                <a:noFill/>
              </a:ln>
              <a:solidFill>
                <a:srgbClr val="F6F6FA"/>
              </a:solidFill>
              <a:effectLst/>
              <a:latin typeface="+mj-lt"/>
            </a:endParaRPr>
          </a:p>
        </p:txBody>
      </p:sp>
      <p:sp>
        <p:nvSpPr>
          <p:cNvPr id="7" name="TextBox 6">
            <a:extLst>
              <a:ext uri="{FF2B5EF4-FFF2-40B4-BE49-F238E27FC236}">
                <a16:creationId xmlns:a16="http://schemas.microsoft.com/office/drawing/2014/main" id="{375632CC-E7CF-417B-ABC1-5982A4445B9D}"/>
              </a:ext>
            </a:extLst>
          </p:cNvPr>
          <p:cNvSpPr txBox="1"/>
          <p:nvPr/>
        </p:nvSpPr>
        <p:spPr>
          <a:xfrm>
            <a:off x="589136" y="5986700"/>
            <a:ext cx="6601915" cy="167738"/>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US" sz="1000" baseline="30000" dirty="0"/>
              <a:t>1 </a:t>
            </a:r>
            <a:r>
              <a:rPr lang="en-US" sz="1000" dirty="0"/>
              <a:t>Documentation on igraph can be found at https://igraph.org/r/ </a:t>
            </a:r>
            <a:endParaRPr lang="en-US" sz="1000" dirty="0">
              <a:solidFill>
                <a:schemeClr val="bg1"/>
              </a:solidFill>
            </a:endParaRPr>
          </a:p>
        </p:txBody>
      </p:sp>
    </p:spTree>
    <p:extLst>
      <p:ext uri="{BB962C8B-B14F-4D97-AF65-F5344CB8AC3E}">
        <p14:creationId xmlns:p14="http://schemas.microsoft.com/office/powerpoint/2010/main" val="2835324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solidFill>
                  <a:srgbClr val="F6F6FA"/>
                </a:solidFill>
              </a:rPr>
              <a:t>Methods’ outline: data preparation by cluster</a:t>
            </a:r>
            <a:endParaRPr lang="en-US" sz="2000" b="0" dirty="0">
              <a:solidFill>
                <a:srgbClr val="F6F6FA"/>
              </a:solidFill>
            </a:endParaRPr>
          </a:p>
        </p:txBody>
      </p:sp>
      <p:sp>
        <p:nvSpPr>
          <p:cNvPr id="3" name="Rectangle 2"/>
          <p:cNvSpPr/>
          <p:nvPr/>
        </p:nvSpPr>
        <p:spPr>
          <a:xfrm>
            <a:off x="608543" y="1282382"/>
            <a:ext cx="10920383" cy="2308324"/>
          </a:xfrm>
          <a:prstGeom prst="rect">
            <a:avLst/>
          </a:prstGeom>
        </p:spPr>
        <p:txBody>
          <a:bodyPr wrap="square">
            <a:spAutoFit/>
          </a:bodyPr>
          <a:lstStyle/>
          <a:p>
            <a:pPr marL="342900" indent="-342900">
              <a:lnSpc>
                <a:spcPct val="200000"/>
              </a:lnSpc>
              <a:buFont typeface="+mj-lt"/>
              <a:buAutoNum type="arabicPeriod"/>
            </a:pPr>
            <a:endParaRPr lang="en-US" dirty="0"/>
          </a:p>
          <a:p>
            <a:pPr>
              <a:lnSpc>
                <a:spcPct val="200000"/>
              </a:lnSpc>
            </a:pPr>
            <a:endParaRPr lang="en-US" dirty="0"/>
          </a:p>
          <a:p>
            <a:pPr marL="342900" lvl="0" indent="-342900">
              <a:lnSpc>
                <a:spcPct val="200000"/>
              </a:lnSpc>
              <a:buFont typeface="+mj-lt"/>
              <a:buAutoNum type="arabicPeriod"/>
            </a:pPr>
            <a:endParaRPr lang="en-US" dirty="0"/>
          </a:p>
          <a:p>
            <a:pPr marL="342900" lvl="0" indent="-342900">
              <a:lnSpc>
                <a:spcPct val="200000"/>
              </a:lnSpc>
              <a:buFont typeface="+mj-lt"/>
              <a:buAutoNum type="arabicPeriod"/>
            </a:pPr>
            <a:endParaRPr lang="en-US" dirty="0"/>
          </a:p>
        </p:txBody>
      </p:sp>
      <p:sp>
        <p:nvSpPr>
          <p:cNvPr id="4" name="Rectangle 3">
            <a:extLst>
              <a:ext uri="{FF2B5EF4-FFF2-40B4-BE49-F238E27FC236}">
                <a16:creationId xmlns:a16="http://schemas.microsoft.com/office/drawing/2014/main" id="{83F320B2-5B8D-4ACE-A498-5406DEBE0BE0}"/>
              </a:ext>
            </a:extLst>
          </p:cNvPr>
          <p:cNvSpPr/>
          <p:nvPr/>
        </p:nvSpPr>
        <p:spPr>
          <a:xfrm>
            <a:off x="461935" y="1220630"/>
            <a:ext cx="10920383" cy="1015663"/>
          </a:xfrm>
          <a:prstGeom prst="rect">
            <a:avLst/>
          </a:prstGeom>
        </p:spPr>
        <p:txBody>
          <a:bodyPr wrap="square">
            <a:spAutoFit/>
          </a:bodyPr>
          <a:lstStyle/>
          <a:p>
            <a:pPr marL="457200" indent="-457200">
              <a:lnSpc>
                <a:spcPct val="150000"/>
              </a:lnSpc>
              <a:buFont typeface="+mj-lt"/>
              <a:buAutoNum type="arabicPeriod" startAt="3"/>
            </a:pPr>
            <a:r>
              <a:rPr lang="en-US" sz="2000" dirty="0">
                <a:solidFill>
                  <a:schemeClr val="bg2"/>
                </a:solidFill>
              </a:rPr>
              <a:t>Estimate the first 3 PCs as a linear combination of all accounts with  </a:t>
            </a:r>
          </a:p>
          <a:p>
            <a:pPr>
              <a:lnSpc>
                <a:spcPct val="150000"/>
              </a:lnSpc>
            </a:pPr>
            <a:r>
              <a:rPr lang="en-US" sz="2000" dirty="0">
                <a:solidFill>
                  <a:schemeClr val="bg2"/>
                </a:solidFill>
              </a:rPr>
              <a:t>       one-unit variance scaling</a:t>
            </a:r>
          </a:p>
        </p:txBody>
      </p:sp>
      <p:sp>
        <p:nvSpPr>
          <p:cNvPr id="6" name="Rectangle 5">
            <a:extLst>
              <a:ext uri="{FF2B5EF4-FFF2-40B4-BE49-F238E27FC236}">
                <a16:creationId xmlns:a16="http://schemas.microsoft.com/office/drawing/2014/main" id="{DC42263A-EDF3-42EF-8FB9-AF143863DA9B}"/>
              </a:ext>
            </a:extLst>
          </p:cNvPr>
          <p:cNvSpPr/>
          <p:nvPr/>
        </p:nvSpPr>
        <p:spPr>
          <a:xfrm>
            <a:off x="537239" y="2496451"/>
            <a:ext cx="6881786" cy="787652"/>
          </a:xfrm>
          <a:prstGeom prst="rect">
            <a:avLst/>
          </a:prstGeom>
        </p:spPr>
        <p:txBody>
          <a:bodyPr wrap="square">
            <a:spAutoFit/>
          </a:bodyPr>
          <a:lstStyle/>
          <a:p>
            <a:pPr>
              <a:lnSpc>
                <a:spcPct val="107000"/>
              </a:lnSpc>
              <a:spcAft>
                <a:spcPts val="800"/>
              </a:spcAft>
            </a:pPr>
            <a:r>
              <a:rPr lang="en-US" dirty="0">
                <a:solidFill>
                  <a:srgbClr val="F6F6FA"/>
                </a:solidFill>
              </a:rPr>
              <a:t>Example: PCs’ loadings and summary for cluster 85 in 2014</a:t>
            </a:r>
          </a:p>
          <a:p>
            <a:pPr>
              <a:lnSpc>
                <a:spcPct val="107000"/>
              </a:lnSpc>
              <a:spcAft>
                <a:spcPts val="800"/>
              </a:spcAft>
            </a:pPr>
            <a:endParaRPr lang="en-US" dirty="0">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D3FD45C8-D562-4ACB-8EA1-82C4387ED8C6}"/>
              </a:ext>
            </a:extLst>
          </p:cNvPr>
          <p:cNvGraphicFramePr>
            <a:graphicFrameLocks noGrp="1"/>
          </p:cNvGraphicFramePr>
          <p:nvPr>
            <p:extLst>
              <p:ext uri="{D42A27DB-BD31-4B8C-83A1-F6EECF244321}">
                <p14:modId xmlns:p14="http://schemas.microsoft.com/office/powerpoint/2010/main" val="2355932987"/>
              </p:ext>
            </p:extLst>
          </p:nvPr>
        </p:nvGraphicFramePr>
        <p:xfrm>
          <a:off x="608543" y="3048907"/>
          <a:ext cx="5131687" cy="1938897"/>
        </p:xfrm>
        <a:graphic>
          <a:graphicData uri="http://schemas.openxmlformats.org/drawingml/2006/table">
            <a:tbl>
              <a:tblPr>
                <a:tableStyleId>{5C22544A-7EE6-4342-B048-85BDC9FD1C3A}</a:tableStyleId>
              </a:tblPr>
              <a:tblGrid>
                <a:gridCol w="2242184">
                  <a:extLst>
                    <a:ext uri="{9D8B030D-6E8A-4147-A177-3AD203B41FA5}">
                      <a16:colId xmlns:a16="http://schemas.microsoft.com/office/drawing/2014/main" val="2861730843"/>
                    </a:ext>
                  </a:extLst>
                </a:gridCol>
                <a:gridCol w="950976">
                  <a:extLst>
                    <a:ext uri="{9D8B030D-6E8A-4147-A177-3AD203B41FA5}">
                      <a16:colId xmlns:a16="http://schemas.microsoft.com/office/drawing/2014/main" val="614845069"/>
                    </a:ext>
                  </a:extLst>
                </a:gridCol>
                <a:gridCol w="950976">
                  <a:extLst>
                    <a:ext uri="{9D8B030D-6E8A-4147-A177-3AD203B41FA5}">
                      <a16:colId xmlns:a16="http://schemas.microsoft.com/office/drawing/2014/main" val="1459259234"/>
                    </a:ext>
                  </a:extLst>
                </a:gridCol>
                <a:gridCol w="987551">
                  <a:extLst>
                    <a:ext uri="{9D8B030D-6E8A-4147-A177-3AD203B41FA5}">
                      <a16:colId xmlns:a16="http://schemas.microsoft.com/office/drawing/2014/main" val="2892287789"/>
                    </a:ext>
                  </a:extLst>
                </a:gridCol>
              </a:tblGrid>
              <a:tr h="247503">
                <a:tc>
                  <a:txBody>
                    <a:bodyPr/>
                    <a:lstStyle/>
                    <a:p>
                      <a:pPr marL="0" marR="0" algn="ctr" defTabSz="914400" rtl="0" eaLnBrk="1" fontAlgn="b" latinLnBrk="0" hangingPunct="1">
                        <a:lnSpc>
                          <a:spcPct val="107000"/>
                        </a:lnSpc>
                        <a:spcBef>
                          <a:spcPts val="0"/>
                        </a:spcBef>
                        <a:spcAft>
                          <a:spcPts val="0"/>
                        </a:spcAft>
                      </a:pPr>
                      <a:r>
                        <a:rPr lang="en-US" sz="1600" b="1" u="none" strike="noStrike" kern="1200" dirty="0">
                          <a:solidFill>
                            <a:srgbClr val="2E2E32"/>
                          </a:solidFill>
                          <a:effectLst/>
                          <a:latin typeface="+mn-lt"/>
                          <a:ea typeface="+mn-ea"/>
                          <a:cs typeface="+mn-cs"/>
                        </a:rPr>
                        <a:t>Accounts</a:t>
                      </a:r>
                    </a:p>
                  </a:txBody>
                  <a:tcPr marL="9525" marR="9525" marT="9525" marB="0" anchor="ctr">
                    <a:solidFill>
                      <a:srgbClr val="C4C4CD"/>
                    </a:solidFill>
                  </a:tcPr>
                </a:tc>
                <a:tc>
                  <a:txBody>
                    <a:bodyPr/>
                    <a:lstStyle/>
                    <a:p>
                      <a:pPr marL="0" marR="0" algn="ctr" defTabSz="914400" rtl="0" eaLnBrk="1" fontAlgn="b" latinLnBrk="0" hangingPunct="1">
                        <a:lnSpc>
                          <a:spcPct val="107000"/>
                        </a:lnSpc>
                        <a:spcBef>
                          <a:spcPts val="0"/>
                        </a:spcBef>
                        <a:spcAft>
                          <a:spcPts val="0"/>
                        </a:spcAft>
                      </a:pPr>
                      <a:r>
                        <a:rPr lang="en-US" sz="1600" b="1" u="none" strike="noStrike" kern="1200" dirty="0">
                          <a:solidFill>
                            <a:srgbClr val="2E2E32"/>
                          </a:solidFill>
                          <a:effectLst/>
                          <a:latin typeface="+mn-lt"/>
                          <a:ea typeface="+mn-ea"/>
                          <a:cs typeface="+mn-cs"/>
                        </a:rPr>
                        <a:t>PC1</a:t>
                      </a:r>
                    </a:p>
                  </a:txBody>
                  <a:tcPr marL="9525" marR="9525" marT="9525" marB="0" anchor="ctr">
                    <a:solidFill>
                      <a:srgbClr val="C4C4CD"/>
                    </a:solidFill>
                  </a:tcPr>
                </a:tc>
                <a:tc>
                  <a:txBody>
                    <a:bodyPr/>
                    <a:lstStyle/>
                    <a:p>
                      <a:pPr marL="0" marR="0" algn="ctr" defTabSz="914400" rtl="0" eaLnBrk="1" fontAlgn="b" latinLnBrk="0" hangingPunct="1">
                        <a:lnSpc>
                          <a:spcPct val="107000"/>
                        </a:lnSpc>
                        <a:spcBef>
                          <a:spcPts val="0"/>
                        </a:spcBef>
                        <a:spcAft>
                          <a:spcPts val="0"/>
                        </a:spcAft>
                      </a:pPr>
                      <a:r>
                        <a:rPr lang="en-US" sz="1600" b="1" u="none" strike="noStrike" kern="1200" dirty="0">
                          <a:solidFill>
                            <a:srgbClr val="2E2E32"/>
                          </a:solidFill>
                          <a:effectLst/>
                          <a:latin typeface="+mn-lt"/>
                          <a:ea typeface="+mn-ea"/>
                          <a:cs typeface="+mn-cs"/>
                        </a:rPr>
                        <a:t>PC2</a:t>
                      </a:r>
                    </a:p>
                  </a:txBody>
                  <a:tcPr marL="9525" marR="9525" marT="9525" marB="0" anchor="ctr">
                    <a:solidFill>
                      <a:srgbClr val="C4C4CD"/>
                    </a:solidFill>
                  </a:tcPr>
                </a:tc>
                <a:tc>
                  <a:txBody>
                    <a:bodyPr/>
                    <a:lstStyle/>
                    <a:p>
                      <a:pPr marL="0" marR="0" algn="ctr" defTabSz="914400" rtl="0" eaLnBrk="1" fontAlgn="b" latinLnBrk="0" hangingPunct="1">
                        <a:lnSpc>
                          <a:spcPct val="107000"/>
                        </a:lnSpc>
                        <a:spcBef>
                          <a:spcPts val="0"/>
                        </a:spcBef>
                        <a:spcAft>
                          <a:spcPts val="0"/>
                        </a:spcAft>
                      </a:pPr>
                      <a:r>
                        <a:rPr lang="en-US" sz="1600" b="1" u="none" strike="noStrike" kern="1200" dirty="0">
                          <a:solidFill>
                            <a:srgbClr val="2E2E32"/>
                          </a:solidFill>
                          <a:effectLst/>
                          <a:latin typeface="+mn-lt"/>
                          <a:ea typeface="+mn-ea"/>
                          <a:cs typeface="+mn-cs"/>
                        </a:rPr>
                        <a:t>PC3</a:t>
                      </a:r>
                    </a:p>
                  </a:txBody>
                  <a:tcPr marL="9525" marR="9525" marT="9525" marB="0" anchor="ctr">
                    <a:solidFill>
                      <a:srgbClr val="C4C4CD"/>
                    </a:solidFill>
                  </a:tcPr>
                </a:tc>
                <a:extLst>
                  <a:ext uri="{0D108BD9-81ED-4DB2-BD59-A6C34878D82A}">
                    <a16:rowId xmlns:a16="http://schemas.microsoft.com/office/drawing/2014/main" val="2287866890"/>
                  </a:ext>
                </a:extLst>
              </a:tr>
              <a:tr h="278075">
                <a:tc>
                  <a:txBody>
                    <a:bodyPr/>
                    <a:lstStyle/>
                    <a:p>
                      <a:pPr marL="0" algn="ctr" defTabSz="914400" rtl="0" eaLnBrk="1" fontAlgn="ctr" latinLnBrk="0" hangingPunct="1"/>
                      <a:r>
                        <a:rPr lang="en-US" sz="1600" b="0" u="none" strike="noStrike" kern="1200" dirty="0">
                          <a:solidFill>
                            <a:srgbClr val="F6F6FA"/>
                          </a:solidFill>
                          <a:effectLst/>
                          <a:latin typeface="+mn-lt"/>
                          <a:ea typeface="+mn-ea"/>
                          <a:cs typeface="+mn-cs"/>
                        </a:rPr>
                        <a:t>X1500100Ct</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0.503</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0.057</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0.478</a:t>
                      </a:r>
                    </a:p>
                  </a:txBody>
                  <a:tcPr marL="9525" marR="9525" marT="9525" marB="0" anchor="ctr">
                    <a:noFill/>
                  </a:tcPr>
                </a:tc>
                <a:extLst>
                  <a:ext uri="{0D108BD9-81ED-4DB2-BD59-A6C34878D82A}">
                    <a16:rowId xmlns:a16="http://schemas.microsoft.com/office/drawing/2014/main" val="3734140137"/>
                  </a:ext>
                </a:extLst>
              </a:tr>
              <a:tr h="278075">
                <a:tc>
                  <a:txBody>
                    <a:bodyPr/>
                    <a:lstStyle/>
                    <a:p>
                      <a:pPr marL="0" algn="ctr" defTabSz="914400" rtl="0" eaLnBrk="1" fontAlgn="ctr" latinLnBrk="0" hangingPunct="1"/>
                      <a:r>
                        <a:rPr lang="en-US" sz="1600" b="0" u="none" strike="noStrike" kern="1200" dirty="0">
                          <a:solidFill>
                            <a:srgbClr val="F6F6FA"/>
                          </a:solidFill>
                          <a:effectLst/>
                          <a:latin typeface="+mn-lt"/>
                          <a:ea typeface="+mn-ea"/>
                          <a:cs typeface="+mn-cs"/>
                        </a:rPr>
                        <a:t>X1500100Dt</a:t>
                      </a:r>
                    </a:p>
                  </a:txBody>
                  <a:tcPr marL="9525" marR="9525" marT="9525" marB="0" anchor="ctr">
                    <a:noFill/>
                  </a:tcPr>
                </a:tc>
                <a:tc>
                  <a:txBody>
                    <a:bodyPr/>
                    <a:lstStyle/>
                    <a:p>
                      <a:pPr marL="0" algn="r" defTabSz="914400" rtl="0" eaLnBrk="1" fontAlgn="ctr" latinLnBrk="0" hangingPunct="1"/>
                      <a:r>
                        <a:rPr lang="en-US" sz="1600" b="0" u="none" strike="noStrike" kern="1200">
                          <a:solidFill>
                            <a:srgbClr val="F6F6FA"/>
                          </a:solidFill>
                          <a:effectLst/>
                          <a:latin typeface="+mn-lt"/>
                          <a:ea typeface="+mn-ea"/>
                          <a:cs typeface="+mn-cs"/>
                        </a:rPr>
                        <a:t>0.503</a:t>
                      </a:r>
                    </a:p>
                  </a:txBody>
                  <a:tcPr marL="9525" marR="9525" marT="9525" marB="0" anchor="ctr">
                    <a:noFill/>
                  </a:tcPr>
                </a:tc>
                <a:tc>
                  <a:txBody>
                    <a:bodyPr/>
                    <a:lstStyle/>
                    <a:p>
                      <a:pPr marL="0" algn="r" defTabSz="914400" rtl="0" eaLnBrk="1" fontAlgn="ctr" latinLnBrk="0" hangingPunct="1"/>
                      <a:r>
                        <a:rPr lang="en-US" sz="1600" b="0" u="none" strike="noStrike" kern="1200">
                          <a:solidFill>
                            <a:srgbClr val="F6F6FA"/>
                          </a:solidFill>
                          <a:effectLst/>
                          <a:latin typeface="+mn-lt"/>
                          <a:ea typeface="+mn-ea"/>
                          <a:cs typeface="+mn-cs"/>
                        </a:rPr>
                        <a:t>0.058</a:t>
                      </a:r>
                    </a:p>
                  </a:txBody>
                  <a:tcPr marL="9525" marR="9525" marT="9525" marB="0" anchor="ctr">
                    <a:noFill/>
                  </a:tcPr>
                </a:tc>
                <a:tc>
                  <a:txBody>
                    <a:bodyPr/>
                    <a:lstStyle/>
                    <a:p>
                      <a:pPr marL="0" algn="r" defTabSz="914400" rtl="0" eaLnBrk="1" fontAlgn="ctr" latinLnBrk="0" hangingPunct="1"/>
                      <a:r>
                        <a:rPr lang="en-US" sz="1600" b="0" u="none" strike="noStrike" kern="1200">
                          <a:solidFill>
                            <a:srgbClr val="F6F6FA"/>
                          </a:solidFill>
                          <a:effectLst/>
                          <a:latin typeface="+mn-lt"/>
                          <a:ea typeface="+mn-ea"/>
                          <a:cs typeface="+mn-cs"/>
                        </a:rPr>
                        <a:t>0.478</a:t>
                      </a:r>
                    </a:p>
                  </a:txBody>
                  <a:tcPr marL="9525" marR="9525" marT="9525" marB="0" anchor="ctr">
                    <a:noFill/>
                  </a:tcPr>
                </a:tc>
                <a:extLst>
                  <a:ext uri="{0D108BD9-81ED-4DB2-BD59-A6C34878D82A}">
                    <a16:rowId xmlns:a16="http://schemas.microsoft.com/office/drawing/2014/main" val="2187379595"/>
                  </a:ext>
                </a:extLst>
              </a:tr>
              <a:tr h="278075">
                <a:tc>
                  <a:txBody>
                    <a:bodyPr/>
                    <a:lstStyle/>
                    <a:p>
                      <a:pPr marL="0" algn="ctr" defTabSz="914400" rtl="0" eaLnBrk="1" fontAlgn="ctr" latinLnBrk="0" hangingPunct="1"/>
                      <a:r>
                        <a:rPr lang="en-US" sz="1600" b="0" u="none" strike="noStrike" kern="1200" dirty="0">
                          <a:solidFill>
                            <a:srgbClr val="F6F6FA"/>
                          </a:solidFill>
                          <a:effectLst/>
                          <a:latin typeface="+mn-lt"/>
                          <a:ea typeface="+mn-ea"/>
                          <a:cs typeface="+mn-cs"/>
                        </a:rPr>
                        <a:t>X1500140Ct</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0.488</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-0.192</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-0.462</a:t>
                      </a:r>
                    </a:p>
                  </a:txBody>
                  <a:tcPr marL="9525" marR="9525" marT="9525" marB="0" anchor="ctr">
                    <a:noFill/>
                  </a:tcPr>
                </a:tc>
                <a:extLst>
                  <a:ext uri="{0D108BD9-81ED-4DB2-BD59-A6C34878D82A}">
                    <a16:rowId xmlns:a16="http://schemas.microsoft.com/office/drawing/2014/main" val="3907173438"/>
                  </a:ext>
                </a:extLst>
              </a:tr>
              <a:tr h="278075">
                <a:tc>
                  <a:txBody>
                    <a:bodyPr/>
                    <a:lstStyle/>
                    <a:p>
                      <a:pPr marL="0" algn="ctr" defTabSz="914400" rtl="0" eaLnBrk="1" fontAlgn="ctr" latinLnBrk="0" hangingPunct="1"/>
                      <a:r>
                        <a:rPr lang="en-US" sz="1600" b="0" u="none" strike="noStrike" kern="1200" dirty="0">
                          <a:solidFill>
                            <a:srgbClr val="F6F6FA"/>
                          </a:solidFill>
                          <a:effectLst/>
                          <a:latin typeface="+mn-lt"/>
                          <a:ea typeface="+mn-ea"/>
                          <a:cs typeface="+mn-cs"/>
                        </a:rPr>
                        <a:t>X1500140Dt</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0.487</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-0.193</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-0.466</a:t>
                      </a:r>
                    </a:p>
                  </a:txBody>
                  <a:tcPr marL="9525" marR="9525" marT="9525" marB="0" anchor="ctr">
                    <a:noFill/>
                  </a:tcPr>
                </a:tc>
                <a:extLst>
                  <a:ext uri="{0D108BD9-81ED-4DB2-BD59-A6C34878D82A}">
                    <a16:rowId xmlns:a16="http://schemas.microsoft.com/office/drawing/2014/main" val="1854881564"/>
                  </a:ext>
                </a:extLst>
              </a:tr>
              <a:tr h="278075">
                <a:tc>
                  <a:txBody>
                    <a:bodyPr/>
                    <a:lstStyle/>
                    <a:p>
                      <a:pPr marL="0" algn="ctr" defTabSz="914400" rtl="0" eaLnBrk="1" fontAlgn="ctr" latinLnBrk="0" hangingPunct="1"/>
                      <a:r>
                        <a:rPr lang="en-US" sz="1600" b="0" u="none" strike="noStrike" kern="1200" dirty="0">
                          <a:solidFill>
                            <a:srgbClr val="F6F6FA"/>
                          </a:solidFill>
                          <a:effectLst/>
                          <a:latin typeface="+mn-lt"/>
                          <a:ea typeface="+mn-ea"/>
                          <a:cs typeface="+mn-cs"/>
                        </a:rPr>
                        <a:t>X1500141Ct</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0.081</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0.674</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-0.334</a:t>
                      </a:r>
                    </a:p>
                  </a:txBody>
                  <a:tcPr marL="9525" marR="9525" marT="9525" marB="0" anchor="ctr">
                    <a:noFill/>
                  </a:tcPr>
                </a:tc>
                <a:extLst>
                  <a:ext uri="{0D108BD9-81ED-4DB2-BD59-A6C34878D82A}">
                    <a16:rowId xmlns:a16="http://schemas.microsoft.com/office/drawing/2014/main" val="2588113484"/>
                  </a:ext>
                </a:extLst>
              </a:tr>
              <a:tr h="278075">
                <a:tc>
                  <a:txBody>
                    <a:bodyPr/>
                    <a:lstStyle/>
                    <a:p>
                      <a:pPr marL="0" algn="ctr" defTabSz="914400" rtl="0" eaLnBrk="1" fontAlgn="ctr" latinLnBrk="0" hangingPunct="1"/>
                      <a:r>
                        <a:rPr lang="en-US" sz="1600" b="0" u="none" strike="noStrike" kern="1200" dirty="0">
                          <a:solidFill>
                            <a:srgbClr val="F6F6FA"/>
                          </a:solidFill>
                          <a:effectLst/>
                          <a:latin typeface="+mn-lt"/>
                          <a:ea typeface="+mn-ea"/>
                          <a:cs typeface="+mn-cs"/>
                        </a:rPr>
                        <a:t>X1500141Dt</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0.110</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0.682</a:t>
                      </a:r>
                    </a:p>
                  </a:txBody>
                  <a:tcPr marL="9525" marR="9525" marT="9525" marB="0" anchor="ctr">
                    <a:noFill/>
                  </a:tcPr>
                </a:tc>
                <a:tc>
                  <a:txBody>
                    <a:bodyPr/>
                    <a:lstStyle/>
                    <a:p>
                      <a:pPr marL="0" algn="r" defTabSz="914400" rtl="0" eaLnBrk="1" fontAlgn="ctr" latinLnBrk="0" hangingPunct="1"/>
                      <a:r>
                        <a:rPr lang="en-US" sz="1600" b="0" u="none" strike="noStrike" kern="1200" dirty="0">
                          <a:solidFill>
                            <a:srgbClr val="F6F6FA"/>
                          </a:solidFill>
                          <a:effectLst/>
                          <a:latin typeface="+mn-lt"/>
                          <a:ea typeface="+mn-ea"/>
                          <a:cs typeface="+mn-cs"/>
                        </a:rPr>
                        <a:t>-0.012</a:t>
                      </a:r>
                    </a:p>
                  </a:txBody>
                  <a:tcPr marL="9525" marR="9525" marT="9525" marB="0" anchor="ctr">
                    <a:noFill/>
                  </a:tcPr>
                </a:tc>
                <a:extLst>
                  <a:ext uri="{0D108BD9-81ED-4DB2-BD59-A6C34878D82A}">
                    <a16:rowId xmlns:a16="http://schemas.microsoft.com/office/drawing/2014/main" val="2111490904"/>
                  </a:ext>
                </a:extLst>
              </a:tr>
            </a:tbl>
          </a:graphicData>
        </a:graphic>
      </p:graphicFrame>
      <p:graphicFrame>
        <p:nvGraphicFramePr>
          <p:cNvPr id="8" name="Table 7">
            <a:extLst>
              <a:ext uri="{FF2B5EF4-FFF2-40B4-BE49-F238E27FC236}">
                <a16:creationId xmlns:a16="http://schemas.microsoft.com/office/drawing/2014/main" id="{CD470373-3879-4DEF-9A62-39D4DB597A15}"/>
              </a:ext>
            </a:extLst>
          </p:cNvPr>
          <p:cNvGraphicFramePr>
            <a:graphicFrameLocks noGrp="1"/>
          </p:cNvGraphicFramePr>
          <p:nvPr>
            <p:extLst>
              <p:ext uri="{D42A27DB-BD31-4B8C-83A1-F6EECF244321}">
                <p14:modId xmlns:p14="http://schemas.microsoft.com/office/powerpoint/2010/main" val="3890309878"/>
              </p:ext>
            </p:extLst>
          </p:nvPr>
        </p:nvGraphicFramePr>
        <p:xfrm>
          <a:off x="609918" y="5146434"/>
          <a:ext cx="5131688" cy="1030542"/>
        </p:xfrm>
        <a:graphic>
          <a:graphicData uri="http://schemas.openxmlformats.org/drawingml/2006/table">
            <a:tbl>
              <a:tblPr>
                <a:tableStyleId>{5C22544A-7EE6-4342-B048-85BDC9FD1C3A}</a:tableStyleId>
              </a:tblPr>
              <a:tblGrid>
                <a:gridCol w="2260472">
                  <a:extLst>
                    <a:ext uri="{9D8B030D-6E8A-4147-A177-3AD203B41FA5}">
                      <a16:colId xmlns:a16="http://schemas.microsoft.com/office/drawing/2014/main" val="4248068878"/>
                    </a:ext>
                  </a:extLst>
                </a:gridCol>
                <a:gridCol w="923544">
                  <a:extLst>
                    <a:ext uri="{9D8B030D-6E8A-4147-A177-3AD203B41FA5}">
                      <a16:colId xmlns:a16="http://schemas.microsoft.com/office/drawing/2014/main" val="2986097907"/>
                    </a:ext>
                  </a:extLst>
                </a:gridCol>
                <a:gridCol w="969264">
                  <a:extLst>
                    <a:ext uri="{9D8B030D-6E8A-4147-A177-3AD203B41FA5}">
                      <a16:colId xmlns:a16="http://schemas.microsoft.com/office/drawing/2014/main" val="3678877704"/>
                    </a:ext>
                  </a:extLst>
                </a:gridCol>
                <a:gridCol w="978408">
                  <a:extLst>
                    <a:ext uri="{9D8B030D-6E8A-4147-A177-3AD203B41FA5}">
                      <a16:colId xmlns:a16="http://schemas.microsoft.com/office/drawing/2014/main" val="1954744153"/>
                    </a:ext>
                  </a:extLst>
                </a:gridCol>
              </a:tblGrid>
              <a:tr h="120480">
                <a:tc>
                  <a:txBody>
                    <a:bodyPr/>
                    <a:lstStyle/>
                    <a:p>
                      <a:pPr marL="0" marR="0" algn="ctr" defTabSz="914400" rtl="0" eaLnBrk="1" fontAlgn="b" latinLnBrk="0" hangingPunct="1">
                        <a:lnSpc>
                          <a:spcPct val="107000"/>
                        </a:lnSpc>
                        <a:spcBef>
                          <a:spcPts val="0"/>
                        </a:spcBef>
                        <a:spcAft>
                          <a:spcPts val="0"/>
                        </a:spcAft>
                      </a:pPr>
                      <a:r>
                        <a:rPr lang="en-US" sz="1600" b="1" u="none" strike="noStrike" kern="1200" dirty="0">
                          <a:solidFill>
                            <a:srgbClr val="2E2E32"/>
                          </a:solidFill>
                          <a:effectLst/>
                          <a:latin typeface="+mn-lt"/>
                          <a:ea typeface="+mn-ea"/>
                          <a:cs typeface="+mn-cs"/>
                        </a:rPr>
                        <a:t>Indicator</a:t>
                      </a:r>
                    </a:p>
                  </a:txBody>
                  <a:tcPr marL="9525" marR="9525" marT="9525" marB="0" anchor="ctr">
                    <a:solidFill>
                      <a:srgbClr val="C4C4CD"/>
                    </a:solidFill>
                  </a:tcPr>
                </a:tc>
                <a:tc>
                  <a:txBody>
                    <a:bodyPr/>
                    <a:lstStyle/>
                    <a:p>
                      <a:pPr marL="0" marR="0" algn="ctr" defTabSz="914400" rtl="0" eaLnBrk="1" fontAlgn="b" latinLnBrk="0" hangingPunct="1">
                        <a:lnSpc>
                          <a:spcPct val="107000"/>
                        </a:lnSpc>
                        <a:spcBef>
                          <a:spcPts val="0"/>
                        </a:spcBef>
                        <a:spcAft>
                          <a:spcPts val="0"/>
                        </a:spcAft>
                      </a:pPr>
                      <a:r>
                        <a:rPr lang="en-US" sz="1600" b="1" u="none" strike="noStrike" kern="1200" dirty="0">
                          <a:solidFill>
                            <a:srgbClr val="2E2E32"/>
                          </a:solidFill>
                          <a:effectLst/>
                          <a:latin typeface="+mn-lt"/>
                          <a:ea typeface="+mn-ea"/>
                          <a:cs typeface="+mn-cs"/>
                        </a:rPr>
                        <a:t>PC1</a:t>
                      </a:r>
                    </a:p>
                  </a:txBody>
                  <a:tcPr marL="9525" marR="9525" marT="9525" marB="0" anchor="ctr">
                    <a:solidFill>
                      <a:srgbClr val="C4C4CD"/>
                    </a:solidFill>
                  </a:tcPr>
                </a:tc>
                <a:tc>
                  <a:txBody>
                    <a:bodyPr/>
                    <a:lstStyle/>
                    <a:p>
                      <a:pPr marL="0" marR="0" algn="ctr" defTabSz="914400" rtl="0" eaLnBrk="1" fontAlgn="b" latinLnBrk="0" hangingPunct="1">
                        <a:lnSpc>
                          <a:spcPct val="107000"/>
                        </a:lnSpc>
                        <a:spcBef>
                          <a:spcPts val="0"/>
                        </a:spcBef>
                        <a:spcAft>
                          <a:spcPts val="0"/>
                        </a:spcAft>
                      </a:pPr>
                      <a:r>
                        <a:rPr lang="en-US" sz="1600" b="1" u="none" strike="noStrike" kern="1200" dirty="0">
                          <a:solidFill>
                            <a:srgbClr val="2E2E32"/>
                          </a:solidFill>
                          <a:effectLst/>
                          <a:latin typeface="+mn-lt"/>
                          <a:ea typeface="+mn-ea"/>
                          <a:cs typeface="+mn-cs"/>
                        </a:rPr>
                        <a:t>PC2</a:t>
                      </a:r>
                    </a:p>
                  </a:txBody>
                  <a:tcPr marL="9525" marR="9525" marT="9525" marB="0" anchor="ctr">
                    <a:solidFill>
                      <a:srgbClr val="C4C4CD"/>
                    </a:solidFill>
                  </a:tcPr>
                </a:tc>
                <a:tc>
                  <a:txBody>
                    <a:bodyPr/>
                    <a:lstStyle/>
                    <a:p>
                      <a:pPr marL="0" marR="0" algn="ctr" defTabSz="914400" rtl="0" eaLnBrk="1" fontAlgn="b" latinLnBrk="0" hangingPunct="1">
                        <a:lnSpc>
                          <a:spcPct val="107000"/>
                        </a:lnSpc>
                        <a:spcBef>
                          <a:spcPts val="0"/>
                        </a:spcBef>
                        <a:spcAft>
                          <a:spcPts val="0"/>
                        </a:spcAft>
                      </a:pPr>
                      <a:r>
                        <a:rPr lang="en-US" sz="1600" b="1" u="none" strike="noStrike" kern="1200" dirty="0">
                          <a:solidFill>
                            <a:srgbClr val="2E2E32"/>
                          </a:solidFill>
                          <a:effectLst/>
                          <a:latin typeface="+mn-lt"/>
                          <a:ea typeface="+mn-ea"/>
                          <a:cs typeface="+mn-cs"/>
                        </a:rPr>
                        <a:t>PC3</a:t>
                      </a:r>
                    </a:p>
                  </a:txBody>
                  <a:tcPr marL="9525" marR="9525" marT="9525" marB="0" anchor="ctr">
                    <a:solidFill>
                      <a:srgbClr val="C4C4CD"/>
                    </a:solidFill>
                  </a:tcPr>
                </a:tc>
                <a:extLst>
                  <a:ext uri="{0D108BD9-81ED-4DB2-BD59-A6C34878D82A}">
                    <a16:rowId xmlns:a16="http://schemas.microsoft.com/office/drawing/2014/main" val="3053663656"/>
                  </a:ext>
                </a:extLst>
              </a:tr>
              <a:tr h="140132">
                <a:tc>
                  <a:txBody>
                    <a:bodyPr/>
                    <a:lstStyle/>
                    <a:p>
                      <a:pPr algn="l" fontAlgn="ctr"/>
                      <a:r>
                        <a:rPr lang="en-US" sz="1600" b="0" u="none" strike="noStrike" kern="1200" dirty="0">
                          <a:solidFill>
                            <a:srgbClr val="F6F6FA"/>
                          </a:solidFill>
                          <a:effectLst/>
                          <a:latin typeface="+mn-lt"/>
                          <a:ea typeface="+mn-ea"/>
                          <a:cs typeface="+mn-cs"/>
                        </a:rPr>
                        <a:t>Standard deviation</a:t>
                      </a:r>
                    </a:p>
                  </a:txBody>
                  <a:tcPr marL="9525" marR="9525" marT="9525" marB="0" anchor="ctr">
                    <a:noFill/>
                  </a:tcPr>
                </a:tc>
                <a:tc>
                  <a:txBody>
                    <a:bodyPr/>
                    <a:lstStyle/>
                    <a:p>
                      <a:pPr algn="r" fontAlgn="ctr"/>
                      <a:r>
                        <a:rPr lang="en-US" sz="1600" b="0" u="none" strike="noStrike" kern="1200" dirty="0">
                          <a:solidFill>
                            <a:srgbClr val="F6F6FA"/>
                          </a:solidFill>
                          <a:effectLst/>
                          <a:latin typeface="+mn-lt"/>
                          <a:ea typeface="+mn-ea"/>
                          <a:cs typeface="+mn-cs"/>
                        </a:rPr>
                        <a:t>1.842</a:t>
                      </a:r>
                    </a:p>
                  </a:txBody>
                  <a:tcPr marL="9525" marR="9525" marT="9525" marB="0" anchor="ctr">
                    <a:noFill/>
                  </a:tcPr>
                </a:tc>
                <a:tc>
                  <a:txBody>
                    <a:bodyPr/>
                    <a:lstStyle/>
                    <a:p>
                      <a:pPr algn="r" fontAlgn="ctr"/>
                      <a:r>
                        <a:rPr lang="en-US" sz="1600" b="0" u="none" strike="noStrike" kern="1200" dirty="0">
                          <a:solidFill>
                            <a:srgbClr val="F6F6FA"/>
                          </a:solidFill>
                          <a:effectLst/>
                          <a:latin typeface="+mn-lt"/>
                          <a:ea typeface="+mn-ea"/>
                          <a:cs typeface="+mn-cs"/>
                        </a:rPr>
                        <a:t>1.327</a:t>
                      </a:r>
                    </a:p>
                  </a:txBody>
                  <a:tcPr marL="9525" marR="9525" marT="9525" marB="0" anchor="ctr">
                    <a:noFill/>
                  </a:tcPr>
                </a:tc>
                <a:tc>
                  <a:txBody>
                    <a:bodyPr/>
                    <a:lstStyle/>
                    <a:p>
                      <a:pPr algn="r" fontAlgn="ctr"/>
                      <a:r>
                        <a:rPr lang="en-US" sz="1600" b="0" u="none" strike="noStrike" kern="1200">
                          <a:solidFill>
                            <a:srgbClr val="F6F6FA"/>
                          </a:solidFill>
                          <a:effectLst/>
                          <a:latin typeface="+mn-lt"/>
                          <a:ea typeface="+mn-ea"/>
                          <a:cs typeface="+mn-cs"/>
                        </a:rPr>
                        <a:t>0.760</a:t>
                      </a:r>
                    </a:p>
                  </a:txBody>
                  <a:tcPr marL="9525" marR="9525" marT="9525" marB="0" anchor="ctr">
                    <a:noFill/>
                  </a:tcPr>
                </a:tc>
                <a:extLst>
                  <a:ext uri="{0D108BD9-81ED-4DB2-BD59-A6C34878D82A}">
                    <a16:rowId xmlns:a16="http://schemas.microsoft.com/office/drawing/2014/main" val="3318496580"/>
                  </a:ext>
                </a:extLst>
              </a:tr>
              <a:tr h="140132">
                <a:tc>
                  <a:txBody>
                    <a:bodyPr/>
                    <a:lstStyle/>
                    <a:p>
                      <a:pPr algn="l" fontAlgn="ctr"/>
                      <a:r>
                        <a:rPr lang="en-US" sz="1600" b="0" u="none" strike="noStrike" kern="1200" dirty="0">
                          <a:solidFill>
                            <a:srgbClr val="F6F6FA"/>
                          </a:solidFill>
                          <a:effectLst/>
                          <a:latin typeface="+mn-lt"/>
                          <a:ea typeface="+mn-ea"/>
                          <a:cs typeface="+mn-cs"/>
                        </a:rPr>
                        <a:t>Proportion of variance</a:t>
                      </a:r>
                    </a:p>
                  </a:txBody>
                  <a:tcPr marL="9525" marR="9525" marT="9525" marB="0" anchor="ctr">
                    <a:noFill/>
                  </a:tcPr>
                </a:tc>
                <a:tc>
                  <a:txBody>
                    <a:bodyPr/>
                    <a:lstStyle/>
                    <a:p>
                      <a:pPr algn="r" fontAlgn="ctr"/>
                      <a:r>
                        <a:rPr lang="en-US" sz="1600" b="0" u="none" strike="noStrike" kern="1200" dirty="0">
                          <a:solidFill>
                            <a:srgbClr val="F6F6FA"/>
                          </a:solidFill>
                          <a:effectLst/>
                          <a:latin typeface="+mn-lt"/>
                          <a:ea typeface="+mn-ea"/>
                          <a:cs typeface="+mn-cs"/>
                        </a:rPr>
                        <a:t>0.566</a:t>
                      </a:r>
                    </a:p>
                  </a:txBody>
                  <a:tcPr marL="9525" marR="9525" marT="9525" marB="0" anchor="ctr">
                    <a:noFill/>
                  </a:tcPr>
                </a:tc>
                <a:tc>
                  <a:txBody>
                    <a:bodyPr/>
                    <a:lstStyle/>
                    <a:p>
                      <a:pPr algn="r" fontAlgn="ctr"/>
                      <a:r>
                        <a:rPr lang="en-US" sz="1600" b="0" u="none" strike="noStrike" kern="1200" dirty="0">
                          <a:solidFill>
                            <a:srgbClr val="F6F6FA"/>
                          </a:solidFill>
                          <a:effectLst/>
                          <a:latin typeface="+mn-lt"/>
                          <a:ea typeface="+mn-ea"/>
                          <a:cs typeface="+mn-cs"/>
                        </a:rPr>
                        <a:t>0.294</a:t>
                      </a:r>
                    </a:p>
                  </a:txBody>
                  <a:tcPr marL="9525" marR="9525" marT="9525" marB="0" anchor="ctr">
                    <a:noFill/>
                  </a:tcPr>
                </a:tc>
                <a:tc>
                  <a:txBody>
                    <a:bodyPr/>
                    <a:lstStyle/>
                    <a:p>
                      <a:pPr algn="r" fontAlgn="ctr"/>
                      <a:r>
                        <a:rPr lang="en-US" sz="1600" b="0" u="none" strike="noStrike" kern="1200" dirty="0">
                          <a:solidFill>
                            <a:srgbClr val="F6F6FA"/>
                          </a:solidFill>
                          <a:effectLst/>
                          <a:latin typeface="+mn-lt"/>
                          <a:ea typeface="+mn-ea"/>
                          <a:cs typeface="+mn-cs"/>
                        </a:rPr>
                        <a:t>0.096</a:t>
                      </a:r>
                    </a:p>
                  </a:txBody>
                  <a:tcPr marL="9525" marR="9525" marT="9525" marB="0" anchor="ctr">
                    <a:noFill/>
                  </a:tcPr>
                </a:tc>
                <a:extLst>
                  <a:ext uri="{0D108BD9-81ED-4DB2-BD59-A6C34878D82A}">
                    <a16:rowId xmlns:a16="http://schemas.microsoft.com/office/drawing/2014/main" val="1377075906"/>
                  </a:ext>
                </a:extLst>
              </a:tr>
              <a:tr h="208856">
                <a:tc>
                  <a:txBody>
                    <a:bodyPr/>
                    <a:lstStyle/>
                    <a:p>
                      <a:pPr algn="l" fontAlgn="ctr"/>
                      <a:r>
                        <a:rPr lang="en-US" sz="1600" b="1" u="none" strike="noStrike" kern="1200" dirty="0">
                          <a:solidFill>
                            <a:srgbClr val="F6F6FA"/>
                          </a:solidFill>
                          <a:effectLst/>
                          <a:latin typeface="+mn-lt"/>
                          <a:ea typeface="+mn-ea"/>
                          <a:cs typeface="+mn-cs"/>
                        </a:rPr>
                        <a:t>Cumulative proportion</a:t>
                      </a:r>
                    </a:p>
                  </a:txBody>
                  <a:tcPr marL="9525" marR="9525" marT="9525" marB="0" anchor="ctr">
                    <a:noFill/>
                  </a:tcPr>
                </a:tc>
                <a:tc>
                  <a:txBody>
                    <a:bodyPr/>
                    <a:lstStyle/>
                    <a:p>
                      <a:pPr algn="r" fontAlgn="ctr"/>
                      <a:r>
                        <a:rPr lang="en-US" sz="1600" b="1" u="none" strike="noStrike" kern="1200" dirty="0">
                          <a:solidFill>
                            <a:srgbClr val="F6F6FA"/>
                          </a:solidFill>
                          <a:effectLst/>
                          <a:latin typeface="+mn-lt"/>
                          <a:ea typeface="+mn-ea"/>
                          <a:cs typeface="+mn-cs"/>
                        </a:rPr>
                        <a:t>0.566</a:t>
                      </a:r>
                    </a:p>
                  </a:txBody>
                  <a:tcPr marL="9525" marR="9525" marT="9525" marB="0" anchor="ctr">
                    <a:noFill/>
                  </a:tcPr>
                </a:tc>
                <a:tc>
                  <a:txBody>
                    <a:bodyPr/>
                    <a:lstStyle/>
                    <a:p>
                      <a:pPr algn="r" fontAlgn="ctr"/>
                      <a:r>
                        <a:rPr lang="en-US" sz="1600" b="1" u="none" strike="noStrike" kern="1200" dirty="0">
                          <a:solidFill>
                            <a:srgbClr val="F6F6FA"/>
                          </a:solidFill>
                          <a:effectLst/>
                          <a:latin typeface="+mn-lt"/>
                          <a:ea typeface="+mn-ea"/>
                          <a:cs typeface="+mn-cs"/>
                        </a:rPr>
                        <a:t>0.859</a:t>
                      </a:r>
                    </a:p>
                  </a:txBody>
                  <a:tcPr marL="9525" marR="9525" marT="9525" marB="0" anchor="ctr">
                    <a:noFill/>
                  </a:tcPr>
                </a:tc>
                <a:tc>
                  <a:txBody>
                    <a:bodyPr/>
                    <a:lstStyle/>
                    <a:p>
                      <a:pPr algn="r" fontAlgn="ctr"/>
                      <a:r>
                        <a:rPr lang="en-US" sz="1600" b="1" u="none" strike="noStrike" kern="1200" dirty="0">
                          <a:solidFill>
                            <a:srgbClr val="F6F6FA"/>
                          </a:solidFill>
                          <a:effectLst/>
                          <a:latin typeface="+mn-lt"/>
                          <a:ea typeface="+mn-ea"/>
                          <a:cs typeface="+mn-cs"/>
                        </a:rPr>
                        <a:t>0.955</a:t>
                      </a:r>
                    </a:p>
                  </a:txBody>
                  <a:tcPr marL="9525" marR="9525" marT="9525" marB="0" anchor="ctr">
                    <a:noFill/>
                  </a:tcPr>
                </a:tc>
                <a:extLst>
                  <a:ext uri="{0D108BD9-81ED-4DB2-BD59-A6C34878D82A}">
                    <a16:rowId xmlns:a16="http://schemas.microsoft.com/office/drawing/2014/main" val="2457062586"/>
                  </a:ext>
                </a:extLst>
              </a:tr>
            </a:tbl>
          </a:graphicData>
        </a:graphic>
      </p:graphicFrame>
    </p:spTree>
    <p:extLst>
      <p:ext uri="{BB962C8B-B14F-4D97-AF65-F5344CB8AC3E}">
        <p14:creationId xmlns:p14="http://schemas.microsoft.com/office/powerpoint/2010/main" val="2940708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solidFill>
                  <a:srgbClr val="F6F6FA"/>
                </a:solidFill>
              </a:rPr>
              <a:t>Methods’ outline: data preparation by cluster</a:t>
            </a:r>
          </a:p>
        </p:txBody>
      </p:sp>
      <p:sp>
        <p:nvSpPr>
          <p:cNvPr id="3" name="Rectangle 2"/>
          <p:cNvSpPr/>
          <p:nvPr/>
        </p:nvSpPr>
        <p:spPr>
          <a:xfrm>
            <a:off x="608543" y="1282382"/>
            <a:ext cx="10920383" cy="2308324"/>
          </a:xfrm>
          <a:prstGeom prst="rect">
            <a:avLst/>
          </a:prstGeom>
        </p:spPr>
        <p:txBody>
          <a:bodyPr wrap="square">
            <a:spAutoFit/>
          </a:bodyPr>
          <a:lstStyle/>
          <a:p>
            <a:pPr marL="342900" indent="-342900">
              <a:lnSpc>
                <a:spcPct val="200000"/>
              </a:lnSpc>
              <a:buFont typeface="+mj-lt"/>
              <a:buAutoNum type="arabicPeriod"/>
            </a:pPr>
            <a:endParaRPr lang="en-US" dirty="0"/>
          </a:p>
          <a:p>
            <a:pPr>
              <a:lnSpc>
                <a:spcPct val="200000"/>
              </a:lnSpc>
            </a:pPr>
            <a:endParaRPr lang="en-US" dirty="0"/>
          </a:p>
          <a:p>
            <a:pPr marL="342900" lvl="0" indent="-342900">
              <a:lnSpc>
                <a:spcPct val="200000"/>
              </a:lnSpc>
              <a:buFont typeface="+mj-lt"/>
              <a:buAutoNum type="arabicPeriod"/>
            </a:pPr>
            <a:endParaRPr lang="en-US" dirty="0"/>
          </a:p>
          <a:p>
            <a:pPr marL="342900" lvl="0" indent="-342900">
              <a:lnSpc>
                <a:spcPct val="200000"/>
              </a:lnSpc>
              <a:buFont typeface="+mj-lt"/>
              <a:buAutoNum type="arabicPeriod"/>
            </a:pPr>
            <a:endParaRPr lang="en-US" dirty="0"/>
          </a:p>
        </p:txBody>
      </p:sp>
      <p:sp>
        <p:nvSpPr>
          <p:cNvPr id="4" name="Rectangle 3">
            <a:extLst>
              <a:ext uri="{FF2B5EF4-FFF2-40B4-BE49-F238E27FC236}">
                <a16:creationId xmlns:a16="http://schemas.microsoft.com/office/drawing/2014/main" id="{83F320B2-5B8D-4ACE-A498-5406DEBE0BE0}"/>
              </a:ext>
            </a:extLst>
          </p:cNvPr>
          <p:cNvSpPr/>
          <p:nvPr/>
        </p:nvSpPr>
        <p:spPr>
          <a:xfrm>
            <a:off x="537239" y="1135539"/>
            <a:ext cx="10920383" cy="496996"/>
          </a:xfrm>
          <a:prstGeom prst="rect">
            <a:avLst/>
          </a:prstGeom>
        </p:spPr>
        <p:txBody>
          <a:bodyPr wrap="square">
            <a:spAutoFit/>
          </a:bodyPr>
          <a:lstStyle/>
          <a:p>
            <a:pPr marL="457200" indent="-457200">
              <a:lnSpc>
                <a:spcPct val="150000"/>
              </a:lnSpc>
              <a:buFont typeface="+mj-lt"/>
              <a:buAutoNum type="arabicPeriod" startAt="4"/>
            </a:pPr>
            <a:r>
              <a:rPr lang="en-US" sz="2000" dirty="0">
                <a:solidFill>
                  <a:schemeClr val="bg2"/>
                </a:solidFill>
              </a:rPr>
              <a:t>Estimate daily observations’ projections on 3 PCs  </a:t>
            </a:r>
          </a:p>
        </p:txBody>
      </p:sp>
      <p:pic>
        <p:nvPicPr>
          <p:cNvPr id="5" name="Picture 4">
            <a:extLst>
              <a:ext uri="{FF2B5EF4-FFF2-40B4-BE49-F238E27FC236}">
                <a16:creationId xmlns:a16="http://schemas.microsoft.com/office/drawing/2014/main" id="{4DE6FFFD-1DFC-43C8-84BF-A44B43CD0D5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06859" y="2857428"/>
            <a:ext cx="3653414" cy="3287785"/>
          </a:xfrm>
          <a:prstGeom prst="rect">
            <a:avLst/>
          </a:prstGeom>
          <a:noFill/>
          <a:ln>
            <a:noFill/>
          </a:ln>
        </p:spPr>
      </p:pic>
      <p:sp>
        <p:nvSpPr>
          <p:cNvPr id="6" name="Rectangle 5">
            <a:extLst>
              <a:ext uri="{FF2B5EF4-FFF2-40B4-BE49-F238E27FC236}">
                <a16:creationId xmlns:a16="http://schemas.microsoft.com/office/drawing/2014/main" id="{29F209AB-957B-41D6-B7AB-419A486BEFCC}"/>
              </a:ext>
            </a:extLst>
          </p:cNvPr>
          <p:cNvSpPr/>
          <p:nvPr/>
        </p:nvSpPr>
        <p:spPr>
          <a:xfrm>
            <a:off x="537239" y="1999760"/>
            <a:ext cx="8625522" cy="388696"/>
          </a:xfrm>
          <a:prstGeom prst="rect">
            <a:avLst/>
          </a:prstGeom>
        </p:spPr>
        <p:txBody>
          <a:bodyPr wrap="square">
            <a:spAutoFit/>
          </a:bodyPr>
          <a:lstStyle/>
          <a:p>
            <a:pPr>
              <a:lnSpc>
                <a:spcPct val="107000"/>
              </a:lnSpc>
              <a:spcAft>
                <a:spcPts val="800"/>
              </a:spcAft>
            </a:pPr>
            <a:r>
              <a:rPr lang="en-US" dirty="0">
                <a:solidFill>
                  <a:srgbClr val="F6F6FA"/>
                </a:solidFill>
              </a:rPr>
              <a:t>Example: daily observations’ projections on 3 leading PCs for cluster 85 in 2014</a:t>
            </a:r>
          </a:p>
        </p:txBody>
      </p:sp>
      <p:graphicFrame>
        <p:nvGraphicFramePr>
          <p:cNvPr id="8" name="Table 7">
            <a:extLst>
              <a:ext uri="{FF2B5EF4-FFF2-40B4-BE49-F238E27FC236}">
                <a16:creationId xmlns:a16="http://schemas.microsoft.com/office/drawing/2014/main" id="{6111AD5A-B5CB-444F-8EE6-A784FE7A683D}"/>
              </a:ext>
            </a:extLst>
          </p:cNvPr>
          <p:cNvGraphicFramePr>
            <a:graphicFrameLocks noGrp="1"/>
          </p:cNvGraphicFramePr>
          <p:nvPr>
            <p:extLst>
              <p:ext uri="{D42A27DB-BD31-4B8C-83A1-F6EECF244321}">
                <p14:modId xmlns:p14="http://schemas.microsoft.com/office/powerpoint/2010/main" val="744905655"/>
              </p:ext>
            </p:extLst>
          </p:nvPr>
        </p:nvGraphicFramePr>
        <p:xfrm>
          <a:off x="6191395" y="2857428"/>
          <a:ext cx="4918330" cy="3287785"/>
        </p:xfrm>
        <a:graphic>
          <a:graphicData uri="http://schemas.openxmlformats.org/drawingml/2006/table">
            <a:tbl>
              <a:tblPr>
                <a:tableStyleId>{5C22544A-7EE6-4342-B048-85BDC9FD1C3A}</a:tableStyleId>
              </a:tblPr>
              <a:tblGrid>
                <a:gridCol w="762849">
                  <a:extLst>
                    <a:ext uri="{9D8B030D-6E8A-4147-A177-3AD203B41FA5}">
                      <a16:colId xmlns:a16="http://schemas.microsoft.com/office/drawing/2014/main" val="2559308915"/>
                    </a:ext>
                  </a:extLst>
                </a:gridCol>
                <a:gridCol w="1055667">
                  <a:extLst>
                    <a:ext uri="{9D8B030D-6E8A-4147-A177-3AD203B41FA5}">
                      <a16:colId xmlns:a16="http://schemas.microsoft.com/office/drawing/2014/main" val="585198696"/>
                    </a:ext>
                  </a:extLst>
                </a:gridCol>
                <a:gridCol w="1014984">
                  <a:extLst>
                    <a:ext uri="{9D8B030D-6E8A-4147-A177-3AD203B41FA5}">
                      <a16:colId xmlns:a16="http://schemas.microsoft.com/office/drawing/2014/main" val="1614109776"/>
                    </a:ext>
                  </a:extLst>
                </a:gridCol>
                <a:gridCol w="1022666">
                  <a:extLst>
                    <a:ext uri="{9D8B030D-6E8A-4147-A177-3AD203B41FA5}">
                      <a16:colId xmlns:a16="http://schemas.microsoft.com/office/drawing/2014/main" val="3452029121"/>
                    </a:ext>
                  </a:extLst>
                </a:gridCol>
                <a:gridCol w="1062164">
                  <a:extLst>
                    <a:ext uri="{9D8B030D-6E8A-4147-A177-3AD203B41FA5}">
                      <a16:colId xmlns:a16="http://schemas.microsoft.com/office/drawing/2014/main" val="538740688"/>
                    </a:ext>
                  </a:extLst>
                </a:gridCol>
              </a:tblGrid>
              <a:tr h="527225">
                <a:tc>
                  <a:txBody>
                    <a:bodyPr/>
                    <a:lstStyle/>
                    <a:p>
                      <a:pPr algn="ctr" rtl="0" fontAlgn="ctr"/>
                      <a:r>
                        <a:rPr lang="en-US" sz="1400" b="1" u="none" strike="noStrike" dirty="0">
                          <a:solidFill>
                            <a:srgbClr val="2E2E38"/>
                          </a:solidFill>
                          <a:effectLst/>
                        </a:rPr>
                        <a:t>Record ID</a:t>
                      </a:r>
                      <a:endParaRPr lang="en-US" sz="1400" b="1" i="0" u="none" strike="noStrike" dirty="0">
                        <a:solidFill>
                          <a:srgbClr val="2E2E38"/>
                        </a:solidFill>
                        <a:effectLst/>
                        <a:latin typeface="Arial" panose="020B0604020202020204" pitchFamily="34" charset="0"/>
                      </a:endParaRPr>
                    </a:p>
                  </a:txBody>
                  <a:tcPr marL="9525" marR="9525" marT="9525" marB="0" anchor="ctr">
                    <a:solidFill>
                      <a:srgbClr val="C4C4CD"/>
                    </a:solidFill>
                  </a:tcPr>
                </a:tc>
                <a:tc>
                  <a:txBody>
                    <a:bodyPr/>
                    <a:lstStyle/>
                    <a:p>
                      <a:pPr algn="ctr" rtl="0" fontAlgn="ctr"/>
                      <a:r>
                        <a:rPr lang="en-US" sz="1400" b="1" u="none" strike="noStrike" dirty="0">
                          <a:solidFill>
                            <a:srgbClr val="2E2E38"/>
                          </a:solidFill>
                          <a:effectLst/>
                        </a:rPr>
                        <a:t>Date</a:t>
                      </a:r>
                    </a:p>
                    <a:p>
                      <a:pPr algn="ctr" rtl="0" fontAlgn="ctr"/>
                      <a:endParaRPr lang="en-US" sz="1400" b="1" i="0" u="none" strike="noStrike" dirty="0">
                        <a:solidFill>
                          <a:srgbClr val="2E2E38"/>
                        </a:solidFill>
                        <a:effectLst/>
                        <a:latin typeface="Arial" panose="020B0604020202020204" pitchFamily="34" charset="0"/>
                      </a:endParaRPr>
                    </a:p>
                  </a:txBody>
                  <a:tcPr marL="9525" marR="9525" marT="9525" marB="0" anchor="ctr">
                    <a:solidFill>
                      <a:srgbClr val="C4C4CD"/>
                    </a:solidFill>
                  </a:tcPr>
                </a:tc>
                <a:tc>
                  <a:txBody>
                    <a:bodyPr/>
                    <a:lstStyle/>
                    <a:p>
                      <a:pPr algn="ctr" rtl="0" fontAlgn="ctr"/>
                      <a:r>
                        <a:rPr lang="en-US" sz="1400" b="1" u="none" strike="noStrike" dirty="0">
                          <a:solidFill>
                            <a:srgbClr val="2E2E38"/>
                          </a:solidFill>
                          <a:effectLst/>
                        </a:rPr>
                        <a:t>Projection on PC1</a:t>
                      </a:r>
                      <a:endParaRPr lang="en-US" sz="1400" b="1" i="0" u="none" strike="noStrike" dirty="0">
                        <a:solidFill>
                          <a:srgbClr val="2E2E38"/>
                        </a:solidFill>
                        <a:effectLst/>
                        <a:latin typeface="Arial" panose="020B0604020202020204" pitchFamily="34" charset="0"/>
                      </a:endParaRPr>
                    </a:p>
                  </a:txBody>
                  <a:tcPr marL="9525" marR="9525" marT="9525" marB="0" anchor="ctr">
                    <a:solidFill>
                      <a:srgbClr val="C4C4CD"/>
                    </a:solidFill>
                  </a:tcPr>
                </a:tc>
                <a:tc>
                  <a:txBody>
                    <a:bodyPr/>
                    <a:lstStyle/>
                    <a:p>
                      <a:pPr algn="ctr" rtl="0" fontAlgn="ctr"/>
                      <a:r>
                        <a:rPr lang="en-US" sz="1400" b="1" u="none" strike="noStrike" dirty="0">
                          <a:solidFill>
                            <a:srgbClr val="2E2E38"/>
                          </a:solidFill>
                          <a:effectLst/>
                        </a:rPr>
                        <a:t>Projection on PC2</a:t>
                      </a:r>
                      <a:endParaRPr lang="en-US" sz="1400" b="1" i="0" u="none" strike="noStrike" dirty="0">
                        <a:solidFill>
                          <a:srgbClr val="2E2E38"/>
                        </a:solidFill>
                        <a:effectLst/>
                        <a:latin typeface="Arial" panose="020B0604020202020204" pitchFamily="34" charset="0"/>
                      </a:endParaRPr>
                    </a:p>
                  </a:txBody>
                  <a:tcPr marL="9525" marR="9525" marT="9525" marB="0" anchor="ctr">
                    <a:solidFill>
                      <a:srgbClr val="C4C4CD"/>
                    </a:solidFill>
                  </a:tcPr>
                </a:tc>
                <a:tc>
                  <a:txBody>
                    <a:bodyPr/>
                    <a:lstStyle/>
                    <a:p>
                      <a:pPr algn="ctr" rtl="0" fontAlgn="ctr"/>
                      <a:r>
                        <a:rPr lang="en-US" sz="1400" b="1" u="none" strike="noStrike" dirty="0">
                          <a:solidFill>
                            <a:srgbClr val="2E2E38"/>
                          </a:solidFill>
                          <a:effectLst/>
                        </a:rPr>
                        <a:t>Projection on PC3</a:t>
                      </a:r>
                      <a:endParaRPr lang="en-US" sz="1400" b="1" i="0" u="none" strike="noStrike" dirty="0">
                        <a:solidFill>
                          <a:srgbClr val="2E2E38"/>
                        </a:solidFill>
                        <a:effectLst/>
                        <a:latin typeface="Arial" panose="020B0604020202020204" pitchFamily="34" charset="0"/>
                      </a:endParaRPr>
                    </a:p>
                  </a:txBody>
                  <a:tcPr marL="9525" marR="9525" marT="9525" marB="0" anchor="ctr">
                    <a:solidFill>
                      <a:srgbClr val="C4C4CD"/>
                    </a:solidFill>
                  </a:tcPr>
                </a:tc>
                <a:extLst>
                  <a:ext uri="{0D108BD9-81ED-4DB2-BD59-A6C34878D82A}">
                    <a16:rowId xmlns:a16="http://schemas.microsoft.com/office/drawing/2014/main" val="1143102188"/>
                  </a:ext>
                </a:extLst>
              </a:tr>
              <a:tr h="276056">
                <a:tc>
                  <a:txBody>
                    <a:bodyPr/>
                    <a:lstStyle/>
                    <a:p>
                      <a:pPr algn="r" rtl="0" fontAlgn="ctr"/>
                      <a:r>
                        <a:rPr lang="en-US" sz="1400" u="none" strike="noStrike" dirty="0">
                          <a:solidFill>
                            <a:srgbClr val="F6F6FA"/>
                          </a:solidFill>
                          <a:effectLst/>
                        </a:rPr>
                        <a:t>3</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3 Jan 2014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-0.11</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3.08</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-0.96</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extLst>
                  <a:ext uri="{0D108BD9-81ED-4DB2-BD59-A6C34878D82A}">
                    <a16:rowId xmlns:a16="http://schemas.microsoft.com/office/drawing/2014/main" val="2366214213"/>
                  </a:ext>
                </a:extLst>
              </a:tr>
              <a:tr h="276056">
                <a:tc>
                  <a:txBody>
                    <a:bodyPr/>
                    <a:lstStyle/>
                    <a:p>
                      <a:pPr algn="r" rtl="0" fontAlgn="ctr"/>
                      <a:r>
                        <a:rPr lang="en-US" sz="1400" u="none" strike="noStrike" dirty="0">
                          <a:solidFill>
                            <a:srgbClr val="F6F6FA"/>
                          </a:solidFill>
                          <a:effectLst/>
                        </a:rPr>
                        <a:t>11</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11 Jan 2014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-0.03</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3.42</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-1.02</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extLst>
                  <a:ext uri="{0D108BD9-81ED-4DB2-BD59-A6C34878D82A}">
                    <a16:rowId xmlns:a16="http://schemas.microsoft.com/office/drawing/2014/main" val="2617025799"/>
                  </a:ext>
                </a:extLst>
              </a:tr>
              <a:tr h="276056">
                <a:tc>
                  <a:txBody>
                    <a:bodyPr/>
                    <a:lstStyle/>
                    <a:p>
                      <a:pPr algn="r" rtl="0" fontAlgn="ctr"/>
                      <a:r>
                        <a:rPr lang="en-US" sz="1400" u="none" strike="noStrike">
                          <a:solidFill>
                            <a:srgbClr val="F6F6FA"/>
                          </a:solidFill>
                          <a:effectLst/>
                        </a:rPr>
                        <a:t>13</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13 Jan 2014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-0.24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a:solidFill>
                            <a:srgbClr val="F6F6FA"/>
                          </a:solidFill>
                          <a:effectLst/>
                        </a:rPr>
                        <a:t>2.42</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-0.78</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extLst>
                  <a:ext uri="{0D108BD9-81ED-4DB2-BD59-A6C34878D82A}">
                    <a16:rowId xmlns:a16="http://schemas.microsoft.com/office/drawing/2014/main" val="2750578670"/>
                  </a:ext>
                </a:extLst>
              </a:tr>
              <a:tr h="276056">
                <a:tc>
                  <a:txBody>
                    <a:bodyPr/>
                    <a:lstStyle/>
                    <a:p>
                      <a:pPr algn="r" rtl="0" fontAlgn="ctr"/>
                      <a:r>
                        <a:rPr lang="en-US" sz="1400" u="none" strike="noStrike">
                          <a:solidFill>
                            <a:srgbClr val="F6F6FA"/>
                          </a:solidFill>
                          <a:effectLst/>
                        </a:rPr>
                        <a:t>31</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31 Jan 2014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1.88</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6.7</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-0.49</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extLst>
                  <a:ext uri="{0D108BD9-81ED-4DB2-BD59-A6C34878D82A}">
                    <a16:rowId xmlns:a16="http://schemas.microsoft.com/office/drawing/2014/main" val="662728796"/>
                  </a:ext>
                </a:extLst>
              </a:tr>
              <a:tr h="276056">
                <a:tc>
                  <a:txBody>
                    <a:bodyPr/>
                    <a:lstStyle/>
                    <a:p>
                      <a:pPr algn="r" rtl="0" fontAlgn="ctr"/>
                      <a:r>
                        <a:rPr lang="en-US" sz="1400" u="none" strike="noStrike">
                          <a:solidFill>
                            <a:srgbClr val="F6F6FA"/>
                          </a:solidFill>
                          <a:effectLst/>
                        </a:rPr>
                        <a:t>34</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3 Feb 2014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15.8</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-3.77</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-2.92</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extLst>
                  <a:ext uri="{0D108BD9-81ED-4DB2-BD59-A6C34878D82A}">
                    <a16:rowId xmlns:a16="http://schemas.microsoft.com/office/drawing/2014/main" val="2190483753"/>
                  </a:ext>
                </a:extLst>
              </a:tr>
              <a:tr h="276056">
                <a:tc>
                  <a:txBody>
                    <a:bodyPr/>
                    <a:lstStyle/>
                    <a:p>
                      <a:pPr algn="r" rtl="0" fontAlgn="ctr"/>
                      <a:r>
                        <a:rPr lang="en-US" sz="1400" u="none" strike="noStrike">
                          <a:solidFill>
                            <a:srgbClr val="F6F6FA"/>
                          </a:solidFill>
                          <a:effectLst/>
                        </a:rPr>
                        <a:t>35</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4 Feb 2014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a:solidFill>
                            <a:srgbClr val="F6F6FA"/>
                          </a:solidFill>
                          <a:effectLst/>
                        </a:rPr>
                        <a:t>6.82</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0.28</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7.06</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extLst>
                  <a:ext uri="{0D108BD9-81ED-4DB2-BD59-A6C34878D82A}">
                    <a16:rowId xmlns:a16="http://schemas.microsoft.com/office/drawing/2014/main" val="821602577"/>
                  </a:ext>
                </a:extLst>
              </a:tr>
              <a:tr h="276056">
                <a:tc>
                  <a:txBody>
                    <a:bodyPr/>
                    <a:lstStyle/>
                    <a:p>
                      <a:pPr algn="r" rtl="0" fontAlgn="ctr"/>
                      <a:r>
                        <a:rPr lang="en-US" sz="1400" u="none" strike="noStrike">
                          <a:solidFill>
                            <a:srgbClr val="F6F6FA"/>
                          </a:solidFill>
                          <a:effectLst/>
                        </a:rPr>
                        <a:t>36</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5 Feb 2014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a:solidFill>
                            <a:srgbClr val="F6F6FA"/>
                          </a:solidFill>
                          <a:effectLst/>
                        </a:rPr>
                        <a:t>16.2</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-3.61</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-2.65</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extLst>
                  <a:ext uri="{0D108BD9-81ED-4DB2-BD59-A6C34878D82A}">
                    <a16:rowId xmlns:a16="http://schemas.microsoft.com/office/drawing/2014/main" val="2248992497"/>
                  </a:ext>
                </a:extLst>
              </a:tr>
              <a:tr h="276056">
                <a:tc>
                  <a:txBody>
                    <a:bodyPr/>
                    <a:lstStyle/>
                    <a:p>
                      <a:pPr algn="r" rtl="0" fontAlgn="ctr"/>
                      <a:r>
                        <a:rPr lang="en-US" sz="1400" u="none" strike="noStrike">
                          <a:solidFill>
                            <a:srgbClr val="F6F6FA"/>
                          </a:solidFill>
                          <a:effectLst/>
                        </a:rPr>
                        <a:t>37</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6 Feb 2014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7.48</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a:solidFill>
                            <a:srgbClr val="F6F6FA"/>
                          </a:solidFill>
                          <a:effectLst/>
                        </a:rPr>
                        <a:t>1.18</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7.48</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extLst>
                  <a:ext uri="{0D108BD9-81ED-4DB2-BD59-A6C34878D82A}">
                    <a16:rowId xmlns:a16="http://schemas.microsoft.com/office/drawing/2014/main" val="1099707005"/>
                  </a:ext>
                </a:extLst>
              </a:tr>
              <a:tr h="276056">
                <a:tc>
                  <a:txBody>
                    <a:bodyPr/>
                    <a:lstStyle/>
                    <a:p>
                      <a:pPr algn="r" rtl="0" fontAlgn="ctr"/>
                      <a:r>
                        <a:rPr lang="en-US" sz="1400" u="none" strike="noStrike">
                          <a:solidFill>
                            <a:srgbClr val="F6F6FA"/>
                          </a:solidFill>
                          <a:effectLst/>
                        </a:rPr>
                        <a:t>43</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12 Feb 2014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0.77</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2.14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0.28</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extLst>
                  <a:ext uri="{0D108BD9-81ED-4DB2-BD59-A6C34878D82A}">
                    <a16:rowId xmlns:a16="http://schemas.microsoft.com/office/drawing/2014/main" val="37988987"/>
                  </a:ext>
                </a:extLst>
              </a:tr>
              <a:tr h="276056">
                <a:tc>
                  <a:txBody>
                    <a:bodyPr/>
                    <a:lstStyle/>
                    <a:p>
                      <a:pPr algn="r" rtl="0" fontAlgn="ctr"/>
                      <a:r>
                        <a:rPr lang="en-US" sz="1400" u="none" strike="noStrike">
                          <a:solidFill>
                            <a:srgbClr val="F6F6FA"/>
                          </a:solidFill>
                          <a:effectLst/>
                        </a:rPr>
                        <a:t>58</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28 Feb 2014</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a:solidFill>
                            <a:srgbClr val="F6F6FA"/>
                          </a:solidFill>
                          <a:effectLst/>
                        </a:rPr>
                        <a:t>0.42</a:t>
                      </a:r>
                      <a:endParaRPr lang="en-US" sz="1400" b="0" i="0" u="none" strike="noStrike">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2.11</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tc>
                  <a:txBody>
                    <a:bodyPr/>
                    <a:lstStyle/>
                    <a:p>
                      <a:pPr algn="r" rtl="0" fontAlgn="ctr"/>
                      <a:r>
                        <a:rPr lang="en-US" sz="1400" u="none" strike="noStrike" dirty="0">
                          <a:solidFill>
                            <a:srgbClr val="F6F6FA"/>
                          </a:solidFill>
                          <a:effectLst/>
                        </a:rPr>
                        <a:t>-0.13</a:t>
                      </a:r>
                      <a:endParaRPr lang="en-US" sz="1400" b="0" i="0" u="none" strike="noStrike" dirty="0">
                        <a:solidFill>
                          <a:srgbClr val="F6F6FA"/>
                        </a:solidFill>
                        <a:effectLst/>
                        <a:latin typeface="Arial" panose="020B0604020202020204" pitchFamily="34" charset="0"/>
                      </a:endParaRPr>
                    </a:p>
                  </a:txBody>
                  <a:tcPr marL="9525" marR="9525" marT="9525" marB="0" anchor="ctr">
                    <a:noFill/>
                  </a:tcPr>
                </a:tc>
                <a:extLst>
                  <a:ext uri="{0D108BD9-81ED-4DB2-BD59-A6C34878D82A}">
                    <a16:rowId xmlns:a16="http://schemas.microsoft.com/office/drawing/2014/main" val="2127316469"/>
                  </a:ext>
                </a:extLst>
              </a:tr>
            </a:tbl>
          </a:graphicData>
        </a:graphic>
      </p:graphicFrame>
    </p:spTree>
    <p:extLst>
      <p:ext uri="{BB962C8B-B14F-4D97-AF65-F5344CB8AC3E}">
        <p14:creationId xmlns:p14="http://schemas.microsoft.com/office/powerpoint/2010/main" val="2604675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solidFill>
                  <a:srgbClr val="F6F6FA"/>
                </a:solidFill>
              </a:rPr>
              <a:t>Method A: normal probability plots of 3 PCs’ projections</a:t>
            </a:r>
            <a:endParaRPr lang="en-US" sz="2000" b="0" dirty="0">
              <a:solidFill>
                <a:srgbClr val="F6F6FA"/>
              </a:solidFill>
            </a:endParaRPr>
          </a:p>
        </p:txBody>
      </p:sp>
      <p:sp>
        <p:nvSpPr>
          <p:cNvPr id="3" name="Rectangle 2"/>
          <p:cNvSpPr/>
          <p:nvPr/>
        </p:nvSpPr>
        <p:spPr>
          <a:xfrm>
            <a:off x="608543" y="1282382"/>
            <a:ext cx="10920383" cy="2308324"/>
          </a:xfrm>
          <a:prstGeom prst="rect">
            <a:avLst/>
          </a:prstGeom>
        </p:spPr>
        <p:txBody>
          <a:bodyPr wrap="square">
            <a:spAutoFit/>
          </a:bodyPr>
          <a:lstStyle/>
          <a:p>
            <a:pPr marL="342900" indent="-342900">
              <a:lnSpc>
                <a:spcPct val="200000"/>
              </a:lnSpc>
              <a:buFont typeface="+mj-lt"/>
              <a:buAutoNum type="arabicPeriod"/>
            </a:pPr>
            <a:endParaRPr lang="en-US" dirty="0"/>
          </a:p>
          <a:p>
            <a:pPr>
              <a:lnSpc>
                <a:spcPct val="200000"/>
              </a:lnSpc>
            </a:pPr>
            <a:endParaRPr lang="en-US" dirty="0"/>
          </a:p>
          <a:p>
            <a:pPr marL="342900" lvl="0" indent="-342900">
              <a:lnSpc>
                <a:spcPct val="200000"/>
              </a:lnSpc>
              <a:buFont typeface="+mj-lt"/>
              <a:buAutoNum type="arabicPeriod"/>
            </a:pPr>
            <a:endParaRPr lang="en-US" dirty="0"/>
          </a:p>
          <a:p>
            <a:pPr marL="342900" lvl="0" indent="-342900">
              <a:lnSpc>
                <a:spcPct val="200000"/>
              </a:lnSpc>
              <a:buFont typeface="+mj-lt"/>
              <a:buAutoNum type="arabicPeriod"/>
            </a:pPr>
            <a:endParaRPr lang="en-US" dirty="0"/>
          </a:p>
        </p:txBody>
      </p:sp>
      <p:sp>
        <p:nvSpPr>
          <p:cNvPr id="4" name="Rectangle 3">
            <a:extLst>
              <a:ext uri="{FF2B5EF4-FFF2-40B4-BE49-F238E27FC236}">
                <a16:creationId xmlns:a16="http://schemas.microsoft.com/office/drawing/2014/main" id="{83F320B2-5B8D-4ACE-A498-5406DEBE0BE0}"/>
              </a:ext>
            </a:extLst>
          </p:cNvPr>
          <p:cNvSpPr/>
          <p:nvPr/>
        </p:nvSpPr>
        <p:spPr>
          <a:xfrm>
            <a:off x="426104" y="1202300"/>
            <a:ext cx="10920383" cy="2954655"/>
          </a:xfrm>
          <a:prstGeom prst="rect">
            <a:avLst/>
          </a:prstGeom>
        </p:spPr>
        <p:txBody>
          <a:bodyPr wrap="square">
            <a:spAutoFit/>
          </a:bodyPr>
          <a:lstStyle/>
          <a:p>
            <a:pPr>
              <a:lnSpc>
                <a:spcPts val="3200"/>
              </a:lnSpc>
            </a:pPr>
            <a:r>
              <a:rPr lang="en-US" dirty="0">
                <a:solidFill>
                  <a:schemeClr val="bg2"/>
                </a:solidFill>
              </a:rPr>
              <a:t>5.    Define outliers by comparing actual and theoretical percentiles: </a:t>
            </a:r>
          </a:p>
          <a:p>
            <a:pPr>
              <a:lnSpc>
                <a:spcPts val="3200"/>
              </a:lnSpc>
            </a:pPr>
            <a:r>
              <a:rPr lang="en-US" dirty="0">
                <a:solidFill>
                  <a:schemeClr val="bg2"/>
                </a:solidFill>
              </a:rPr>
              <a:t>distribution of the observations’ projections on 3 PCs vs fitted normal distribution </a:t>
            </a:r>
            <a:r>
              <a:rPr lang="en-US" dirty="0">
                <a:solidFill>
                  <a:srgbClr val="F6F6FA"/>
                </a:solidFill>
              </a:rPr>
              <a:t>(Barnet, 1984)</a:t>
            </a:r>
          </a:p>
          <a:p>
            <a:pPr>
              <a:lnSpc>
                <a:spcPts val="3200"/>
              </a:lnSpc>
            </a:pPr>
            <a:r>
              <a:rPr lang="en-US" dirty="0">
                <a:solidFill>
                  <a:srgbClr val="F6F6FA"/>
                </a:solidFill>
              </a:rPr>
              <a:t>Example: A-outliers with -3 &lt; PC3 projections &gt; 3 in cluster 103 in 2014</a:t>
            </a:r>
          </a:p>
          <a:p>
            <a:pPr>
              <a:lnSpc>
                <a:spcPts val="3200"/>
              </a:lnSpc>
            </a:pPr>
            <a:endParaRPr lang="en-US" sz="1500" dirty="0">
              <a:highlight>
                <a:srgbClr val="FFFF00"/>
              </a:highlight>
            </a:endParaRPr>
          </a:p>
          <a:p>
            <a:pPr>
              <a:lnSpc>
                <a:spcPts val="3200"/>
              </a:lnSpc>
            </a:pPr>
            <a:r>
              <a:rPr lang="en-US" sz="1500" dirty="0"/>
              <a:t>  </a:t>
            </a:r>
          </a:p>
          <a:p>
            <a:pPr>
              <a:lnSpc>
                <a:spcPts val="3200"/>
              </a:lnSpc>
            </a:pPr>
            <a:endParaRPr lang="en-US" sz="1500" dirty="0"/>
          </a:p>
          <a:p>
            <a:pPr>
              <a:lnSpc>
                <a:spcPts val="3200"/>
              </a:lnSpc>
            </a:pPr>
            <a:endParaRPr lang="en-US" sz="1500" dirty="0"/>
          </a:p>
        </p:txBody>
      </p:sp>
      <p:pic>
        <p:nvPicPr>
          <p:cNvPr id="10" name="Picture 9">
            <a:extLst>
              <a:ext uri="{FF2B5EF4-FFF2-40B4-BE49-F238E27FC236}">
                <a16:creationId xmlns:a16="http://schemas.microsoft.com/office/drawing/2014/main" id="{4021C780-93BC-4BFA-B1B1-6FC765585623}"/>
              </a:ext>
            </a:extLst>
          </p:cNvPr>
          <p:cNvPicPr>
            <a:picLocks noChangeAspect="1"/>
          </p:cNvPicPr>
          <p:nvPr/>
        </p:nvPicPr>
        <p:blipFill>
          <a:blip r:embed="rId2"/>
          <a:stretch>
            <a:fillRect/>
          </a:stretch>
        </p:blipFill>
        <p:spPr>
          <a:xfrm>
            <a:off x="609918" y="3014574"/>
            <a:ext cx="3154680" cy="2271211"/>
          </a:xfrm>
          <a:prstGeom prst="rect">
            <a:avLst/>
          </a:prstGeom>
        </p:spPr>
      </p:pic>
      <p:graphicFrame>
        <p:nvGraphicFramePr>
          <p:cNvPr id="16" name="Table 15">
            <a:extLst>
              <a:ext uri="{FF2B5EF4-FFF2-40B4-BE49-F238E27FC236}">
                <a16:creationId xmlns:a16="http://schemas.microsoft.com/office/drawing/2014/main" id="{ABED02CF-5BC7-4B84-9DE5-E0499341554A}"/>
              </a:ext>
            </a:extLst>
          </p:cNvPr>
          <p:cNvGraphicFramePr>
            <a:graphicFrameLocks noGrp="1"/>
          </p:cNvGraphicFramePr>
          <p:nvPr>
            <p:extLst>
              <p:ext uri="{D42A27DB-BD31-4B8C-83A1-F6EECF244321}">
                <p14:modId xmlns:p14="http://schemas.microsoft.com/office/powerpoint/2010/main" val="1295121513"/>
              </p:ext>
            </p:extLst>
          </p:nvPr>
        </p:nvGraphicFramePr>
        <p:xfrm>
          <a:off x="6168177" y="3018103"/>
          <a:ext cx="3562368" cy="2412585"/>
        </p:xfrm>
        <a:graphic>
          <a:graphicData uri="http://schemas.openxmlformats.org/drawingml/2006/table">
            <a:tbl>
              <a:tblPr/>
              <a:tblGrid>
                <a:gridCol w="943135">
                  <a:extLst>
                    <a:ext uri="{9D8B030D-6E8A-4147-A177-3AD203B41FA5}">
                      <a16:colId xmlns:a16="http://schemas.microsoft.com/office/drawing/2014/main" val="1886443824"/>
                    </a:ext>
                  </a:extLst>
                </a:gridCol>
                <a:gridCol w="1350302">
                  <a:extLst>
                    <a:ext uri="{9D8B030D-6E8A-4147-A177-3AD203B41FA5}">
                      <a16:colId xmlns:a16="http://schemas.microsoft.com/office/drawing/2014/main" val="2612309717"/>
                    </a:ext>
                  </a:extLst>
                </a:gridCol>
                <a:gridCol w="1268931">
                  <a:extLst>
                    <a:ext uri="{9D8B030D-6E8A-4147-A177-3AD203B41FA5}">
                      <a16:colId xmlns:a16="http://schemas.microsoft.com/office/drawing/2014/main" val="1179298167"/>
                    </a:ext>
                  </a:extLst>
                </a:gridCol>
              </a:tblGrid>
              <a:tr h="406620">
                <a:tc>
                  <a:txBody>
                    <a:bodyPr/>
                    <a:lstStyle/>
                    <a:p>
                      <a:pPr marL="0" algn="ctr" defTabSz="914400" rtl="0" eaLnBrk="1" fontAlgn="ctr" latinLnBrk="0" hangingPunct="1"/>
                      <a:r>
                        <a:rPr lang="en-US" sz="1200" b="1" u="none" strike="noStrike" kern="1200" dirty="0">
                          <a:solidFill>
                            <a:srgbClr val="2E2E38"/>
                          </a:solidFill>
                          <a:effectLst/>
                          <a:latin typeface="+mn-lt"/>
                          <a:ea typeface="+mn-ea"/>
                          <a:cs typeface="+mn-cs"/>
                        </a:rPr>
                        <a:t>Percentile</a:t>
                      </a:r>
                    </a:p>
                    <a:p>
                      <a:pPr marL="0" algn="ctr" defTabSz="914400" rtl="0" eaLnBrk="1" fontAlgn="ctr" latinLnBrk="0" hangingPunct="1"/>
                      <a:endParaRPr lang="en-US" sz="1200" b="1" u="none" strike="noStrike" kern="1200" dirty="0">
                        <a:solidFill>
                          <a:srgbClr val="2E2E38"/>
                        </a:solidFill>
                        <a:effectLst/>
                        <a:latin typeface="+mn-lt"/>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C4CD"/>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u="none" strike="noStrike" kern="1200" dirty="0">
                          <a:solidFill>
                            <a:srgbClr val="2E2E38"/>
                          </a:solidFill>
                          <a:effectLst/>
                          <a:latin typeface="+mn-lt"/>
                          <a:ea typeface="+mn-ea"/>
                          <a:cs typeface="+mn-cs"/>
                        </a:rPr>
                        <a:t>Percentile</a:t>
                      </a:r>
                    </a:p>
                    <a:p>
                      <a:pPr marL="0" algn="ctr" defTabSz="914400" rtl="0" eaLnBrk="1" fontAlgn="ctr" latinLnBrk="0" hangingPunct="1"/>
                      <a:r>
                        <a:rPr lang="en-US" sz="1200" b="1" u="none" strike="noStrike" kern="1200" dirty="0">
                          <a:solidFill>
                            <a:srgbClr val="2E2E38"/>
                          </a:solidFill>
                          <a:effectLst/>
                          <a:latin typeface="+mn-lt"/>
                          <a:ea typeface="+mn-ea"/>
                          <a:cs typeface="+mn-cs"/>
                        </a:rPr>
                        <a:t>actual value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C4CD"/>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1" u="none" strike="noStrike" kern="1200" dirty="0">
                          <a:solidFill>
                            <a:srgbClr val="2E2E38"/>
                          </a:solidFill>
                          <a:effectLst/>
                          <a:latin typeface="+mn-lt"/>
                          <a:ea typeface="+mn-ea"/>
                          <a:cs typeface="+mn-cs"/>
                        </a:rPr>
                        <a:t>Percentile</a:t>
                      </a:r>
                    </a:p>
                    <a:p>
                      <a:pPr marL="0" algn="ctr" defTabSz="914400" rtl="0" eaLnBrk="1" fontAlgn="ctr" latinLnBrk="0" hangingPunct="1"/>
                      <a:r>
                        <a:rPr lang="en-US" sz="1200" b="1" u="none" strike="noStrike" kern="1200" dirty="0">
                          <a:solidFill>
                            <a:srgbClr val="2E2E38"/>
                          </a:solidFill>
                          <a:effectLst/>
                          <a:latin typeface="+mn-lt"/>
                          <a:ea typeface="+mn-ea"/>
                          <a:cs typeface="+mn-cs"/>
                        </a:rPr>
                        <a:t>fitted value</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C4CD"/>
                    </a:solidFill>
                  </a:tcPr>
                </a:tc>
                <a:extLst>
                  <a:ext uri="{0D108BD9-81ED-4DB2-BD59-A6C34878D82A}">
                    <a16:rowId xmlns:a16="http://schemas.microsoft.com/office/drawing/2014/main" val="1692322190"/>
                  </a:ext>
                </a:extLst>
              </a:tr>
              <a:tr h="208470">
                <a:tc>
                  <a:txBody>
                    <a:bodyPr/>
                    <a:lstStyle/>
                    <a:p>
                      <a:pPr marL="0" algn="ctr" defTabSz="914400" rtl="0" eaLnBrk="1" fontAlgn="ctr" latinLnBrk="0" hangingPunct="1"/>
                      <a:r>
                        <a:rPr lang="en-US" sz="1400" b="1" u="none" strike="noStrike" kern="1200" dirty="0">
                          <a:solidFill>
                            <a:srgbClr val="2E2E38"/>
                          </a:solidFill>
                          <a:effectLst/>
                          <a:latin typeface="+mn-lt"/>
                          <a:ea typeface="+mn-ea"/>
                          <a:cs typeface="+mn-cs"/>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algn="ctr" defTabSz="914400" rtl="0" eaLnBrk="1" fontAlgn="ctr" latinLnBrk="0" hangingPunct="1"/>
                      <a:r>
                        <a:rPr lang="en-US" sz="1400" b="1" u="none" strike="noStrike" kern="1200" dirty="0">
                          <a:solidFill>
                            <a:srgbClr val="2E2E38"/>
                          </a:solidFill>
                          <a:effectLst/>
                          <a:latin typeface="+mn-lt"/>
                          <a:ea typeface="+mn-ea"/>
                          <a:cs typeface="+mn-cs"/>
                        </a:rPr>
                        <a:t>-4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algn="ctr" defTabSz="914400" rtl="0" eaLnBrk="1" fontAlgn="ctr" latinLnBrk="0" hangingPunct="1"/>
                      <a:r>
                        <a:rPr lang="en-US" sz="1400" b="1" u="none" strike="noStrike" kern="1200" dirty="0">
                          <a:solidFill>
                            <a:srgbClr val="2E2E38"/>
                          </a:solidFill>
                          <a:effectLst/>
                          <a:latin typeface="+mn-lt"/>
                          <a:ea typeface="+mn-ea"/>
                          <a:cs typeface="+mn-cs"/>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2383049228"/>
                  </a:ext>
                </a:extLst>
              </a:tr>
              <a:tr h="208470">
                <a:tc>
                  <a:txBody>
                    <a:bodyPr/>
                    <a:lstStyle/>
                    <a:p>
                      <a:pPr marL="0" algn="ctr" defTabSz="914400" rtl="0" eaLnBrk="1" fontAlgn="ctr" latinLnBrk="0" hangingPunct="1"/>
                      <a:r>
                        <a:rPr lang="en-US" sz="1400" kern="1200" dirty="0">
                          <a:solidFill>
                            <a:schemeClr val="dk1"/>
                          </a:solidFill>
                          <a:effectLst/>
                          <a:latin typeface="+mn-lt"/>
                          <a:ea typeface="+mn-ea"/>
                          <a:cs typeface="+mn-cs"/>
                        </a:rPr>
                        <a:t>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3720968668"/>
                  </a:ext>
                </a:extLst>
              </a:tr>
              <a:tr h="208470">
                <a:tc>
                  <a:txBody>
                    <a:bodyPr/>
                    <a:lstStyle/>
                    <a:p>
                      <a:pPr marL="0" algn="ctr" defTabSz="914400" rtl="0" eaLnBrk="1" fontAlgn="ctr" latinLnBrk="0" hangingPunct="1"/>
                      <a:r>
                        <a:rPr lang="en-US" sz="1400" kern="1200" dirty="0">
                          <a:solidFill>
                            <a:schemeClr val="dk1"/>
                          </a:solidFill>
                          <a:effectLst/>
                          <a:latin typeface="+mn-lt"/>
                          <a:ea typeface="+mn-ea"/>
                          <a:cs typeface="+mn-cs"/>
                        </a:rPr>
                        <a:t>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3465916698"/>
                  </a:ext>
                </a:extLst>
              </a:tr>
              <a:tr h="208470">
                <a:tc>
                  <a:txBody>
                    <a:bodyPr/>
                    <a:lstStyle/>
                    <a:p>
                      <a:pPr marL="0" algn="ctr" defTabSz="914400" rtl="0" eaLnBrk="1" fontAlgn="ctr" latinLnBrk="0" hangingPunct="1"/>
                      <a:r>
                        <a:rPr lang="en-US" sz="1400" kern="1200">
                          <a:solidFill>
                            <a:schemeClr val="dk1"/>
                          </a:solidFill>
                          <a:effectLst/>
                          <a:latin typeface="+mn-lt"/>
                          <a:ea typeface="+mn-ea"/>
                          <a:cs typeface="+mn-cs"/>
                        </a:rPr>
                        <a:t>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2006828299"/>
                  </a:ext>
                </a:extLst>
              </a:tr>
              <a:tr h="208470">
                <a:tc>
                  <a:txBody>
                    <a:bodyPr/>
                    <a:lstStyle/>
                    <a:p>
                      <a:pPr marL="0" algn="ctr" defTabSz="914400" rtl="0" eaLnBrk="1" fontAlgn="ctr" latinLnBrk="0" hangingPunct="1"/>
                      <a:r>
                        <a:rPr lang="en-US" sz="1400" kern="1200">
                          <a:solidFill>
                            <a:schemeClr val="dk1"/>
                          </a:solidFill>
                          <a:effectLst/>
                          <a:latin typeface="+mn-lt"/>
                          <a:ea typeface="+mn-ea"/>
                          <a:cs typeface="+mn-cs"/>
                        </a:rPr>
                        <a:t>50%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2703907588"/>
                  </a:ext>
                </a:extLst>
              </a:tr>
              <a:tr h="208470">
                <a:tc>
                  <a:txBody>
                    <a:bodyPr/>
                    <a:lstStyle/>
                    <a:p>
                      <a:pPr marL="0" algn="ctr" defTabSz="914400" rtl="0" eaLnBrk="1" fontAlgn="ctr" latinLnBrk="0" hangingPunct="1"/>
                      <a:r>
                        <a:rPr lang="en-US" sz="1400" kern="1200">
                          <a:solidFill>
                            <a:schemeClr val="dk1"/>
                          </a:solidFill>
                          <a:effectLst/>
                          <a:latin typeface="+mn-lt"/>
                          <a:ea typeface="+mn-ea"/>
                          <a:cs typeface="+mn-cs"/>
                        </a:rPr>
                        <a:t>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2345649468"/>
                  </a:ext>
                </a:extLst>
              </a:tr>
              <a:tr h="208470">
                <a:tc>
                  <a:txBody>
                    <a:bodyPr/>
                    <a:lstStyle/>
                    <a:p>
                      <a:pPr marL="0" algn="ctr" defTabSz="914400" rtl="0" eaLnBrk="1" fontAlgn="ctr" latinLnBrk="0" hangingPunct="1"/>
                      <a:r>
                        <a:rPr lang="en-US" sz="1400" kern="1200">
                          <a:solidFill>
                            <a:schemeClr val="dk1"/>
                          </a:solidFill>
                          <a:effectLst/>
                          <a:latin typeface="+mn-lt"/>
                          <a:ea typeface="+mn-ea"/>
                          <a:cs typeface="+mn-cs"/>
                        </a:rPr>
                        <a:t>90%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3290451024"/>
                  </a:ext>
                </a:extLst>
              </a:tr>
              <a:tr h="208470">
                <a:tc>
                  <a:txBody>
                    <a:bodyPr/>
                    <a:lstStyle/>
                    <a:p>
                      <a:pPr marL="0" algn="ctr" defTabSz="914400" rtl="0" eaLnBrk="1" fontAlgn="ctr" latinLnBrk="0" hangingPunct="1"/>
                      <a:r>
                        <a:rPr lang="en-US" sz="1400" kern="1200">
                          <a:solidFill>
                            <a:schemeClr val="dk1"/>
                          </a:solidFill>
                          <a:effectLst/>
                          <a:latin typeface="+mn-lt"/>
                          <a:ea typeface="+mn-ea"/>
                          <a:cs typeface="+mn-cs"/>
                        </a:rPr>
                        <a:t>95%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marL="0" algn="ctr" defTabSz="914400" rtl="0" eaLnBrk="1" fontAlgn="ctr" latinLnBrk="0" hangingPunct="1"/>
                      <a:r>
                        <a:rPr lang="en-US" sz="1400" kern="1200" dirty="0">
                          <a:solidFill>
                            <a:schemeClr val="dk1"/>
                          </a:solidFill>
                          <a:effectLst/>
                          <a:latin typeface="+mn-lt"/>
                          <a:ea typeface="+mn-ea"/>
                          <a:cs typeface="+mn-cs"/>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948990280"/>
                  </a:ext>
                </a:extLst>
              </a:tr>
              <a:tr h="208470">
                <a:tc>
                  <a:txBody>
                    <a:bodyPr/>
                    <a:lstStyle/>
                    <a:p>
                      <a:pPr marL="0" algn="ctr" defTabSz="914400" rtl="0" eaLnBrk="1" fontAlgn="ctr" latinLnBrk="0" hangingPunct="1"/>
                      <a:r>
                        <a:rPr lang="en-US" sz="1400" b="1" u="none" strike="noStrike" kern="1200" dirty="0">
                          <a:solidFill>
                            <a:srgbClr val="2E2E38"/>
                          </a:solidFill>
                          <a:effectLst/>
                          <a:latin typeface="+mn-lt"/>
                          <a:ea typeface="+mn-ea"/>
                          <a:cs typeface="+mn-cs"/>
                        </a:rPr>
                        <a:t>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algn="ctr" defTabSz="914400" rtl="0" eaLnBrk="1" fontAlgn="ctr" latinLnBrk="0" hangingPunct="1"/>
                      <a:r>
                        <a:rPr lang="en-US" sz="1400" b="1" u="none" strike="noStrike" kern="1200" dirty="0">
                          <a:solidFill>
                            <a:srgbClr val="2E2E38"/>
                          </a:solidFill>
                          <a:effectLst/>
                          <a:latin typeface="+mn-lt"/>
                          <a:ea typeface="+mn-ea"/>
                          <a:cs typeface="+mn-cs"/>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algn="ctr" defTabSz="914400" rtl="0" eaLnBrk="1" fontAlgn="ctr" latinLnBrk="0" hangingPunct="1"/>
                      <a:r>
                        <a:rPr lang="en-US" sz="1400" b="1" u="none" strike="noStrike" kern="1200" dirty="0">
                          <a:solidFill>
                            <a:srgbClr val="2E2E38"/>
                          </a:solidFill>
                          <a:effectLst/>
                          <a:latin typeface="+mn-lt"/>
                          <a:ea typeface="+mn-ea"/>
                          <a:cs typeface="+mn-cs"/>
                        </a:rPr>
                        <a:t>3</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79715882"/>
                  </a:ext>
                </a:extLst>
              </a:tr>
            </a:tbl>
          </a:graphicData>
        </a:graphic>
      </p:graphicFrame>
      <p:sp>
        <p:nvSpPr>
          <p:cNvPr id="5" name="TextBox 4">
            <a:extLst>
              <a:ext uri="{FF2B5EF4-FFF2-40B4-BE49-F238E27FC236}">
                <a16:creationId xmlns:a16="http://schemas.microsoft.com/office/drawing/2014/main" id="{6FF3749B-729B-45AD-AD9F-0243765C920F}"/>
              </a:ext>
            </a:extLst>
          </p:cNvPr>
          <p:cNvSpPr txBox="1"/>
          <p:nvPr/>
        </p:nvSpPr>
        <p:spPr>
          <a:xfrm>
            <a:off x="609918" y="5405466"/>
            <a:ext cx="3154680" cy="194185"/>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US" sz="1200" b="1" dirty="0"/>
              <a:t>Fitted distribution parameters</a:t>
            </a:r>
          </a:p>
        </p:txBody>
      </p:sp>
      <p:pic>
        <p:nvPicPr>
          <p:cNvPr id="6" name="Picture 5">
            <a:extLst>
              <a:ext uri="{FF2B5EF4-FFF2-40B4-BE49-F238E27FC236}">
                <a16:creationId xmlns:a16="http://schemas.microsoft.com/office/drawing/2014/main" id="{937F608B-8391-43E9-993B-3AFB8A1E1F94}"/>
              </a:ext>
            </a:extLst>
          </p:cNvPr>
          <p:cNvPicPr>
            <a:picLocks noChangeAspect="1"/>
          </p:cNvPicPr>
          <p:nvPr/>
        </p:nvPicPr>
        <p:blipFill>
          <a:blip r:embed="rId3"/>
          <a:stretch>
            <a:fillRect/>
          </a:stretch>
        </p:blipFill>
        <p:spPr>
          <a:xfrm>
            <a:off x="609918" y="5668914"/>
            <a:ext cx="6029325" cy="457200"/>
          </a:xfrm>
          <a:prstGeom prst="rect">
            <a:avLst/>
          </a:prstGeom>
        </p:spPr>
      </p:pic>
    </p:spTree>
    <p:extLst>
      <p:ext uri="{BB962C8B-B14F-4D97-AF65-F5344CB8AC3E}">
        <p14:creationId xmlns:p14="http://schemas.microsoft.com/office/powerpoint/2010/main" val="3876605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solidFill>
                  <a:srgbClr val="F6F6FA"/>
                </a:solidFill>
              </a:rPr>
              <a:t>Method B: gamma probability plots on 3 PC projections’ distance</a:t>
            </a:r>
            <a:br>
              <a:rPr lang="en-US" dirty="0"/>
            </a:br>
            <a:endParaRPr lang="en-US" sz="2800" b="0" dirty="0"/>
          </a:p>
        </p:txBody>
      </p:sp>
      <p:sp>
        <p:nvSpPr>
          <p:cNvPr id="3" name="Rectangle 2"/>
          <p:cNvSpPr/>
          <p:nvPr/>
        </p:nvSpPr>
        <p:spPr>
          <a:xfrm>
            <a:off x="608543" y="1282382"/>
            <a:ext cx="10920383" cy="2308324"/>
          </a:xfrm>
          <a:prstGeom prst="rect">
            <a:avLst/>
          </a:prstGeom>
        </p:spPr>
        <p:txBody>
          <a:bodyPr wrap="square">
            <a:spAutoFit/>
          </a:bodyPr>
          <a:lstStyle/>
          <a:p>
            <a:pPr marL="342900" indent="-342900">
              <a:lnSpc>
                <a:spcPct val="200000"/>
              </a:lnSpc>
              <a:buFont typeface="+mj-lt"/>
              <a:buAutoNum type="arabicPeriod"/>
            </a:pPr>
            <a:endParaRPr lang="en-US" dirty="0"/>
          </a:p>
          <a:p>
            <a:pPr>
              <a:lnSpc>
                <a:spcPct val="200000"/>
              </a:lnSpc>
            </a:pPr>
            <a:endParaRPr lang="en-US" dirty="0"/>
          </a:p>
          <a:p>
            <a:pPr marL="342900" lvl="0" indent="-342900">
              <a:lnSpc>
                <a:spcPct val="200000"/>
              </a:lnSpc>
              <a:buFont typeface="+mj-lt"/>
              <a:buAutoNum type="arabicPeriod"/>
            </a:pPr>
            <a:endParaRPr lang="en-US" dirty="0"/>
          </a:p>
          <a:p>
            <a:pPr marL="342900" lvl="0" indent="-342900">
              <a:lnSpc>
                <a:spcPct val="200000"/>
              </a:lnSpc>
              <a:buFont typeface="+mj-lt"/>
              <a:buAutoNum type="arabicPeriod"/>
            </a:pPr>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3F320B2-5B8D-4ACE-A498-5406DEBE0BE0}"/>
                  </a:ext>
                </a:extLst>
              </p:cNvPr>
              <p:cNvSpPr/>
              <p:nvPr/>
            </p:nvSpPr>
            <p:spPr>
              <a:xfrm>
                <a:off x="465006" y="1257078"/>
                <a:ext cx="11415818" cy="2144177"/>
              </a:xfrm>
              <a:prstGeom prst="rect">
                <a:avLst/>
              </a:prstGeom>
            </p:spPr>
            <p:txBody>
              <a:bodyPr wrap="square">
                <a:spAutoFit/>
              </a:bodyPr>
              <a:lstStyle/>
              <a:p>
                <a:pPr>
                  <a:lnSpc>
                    <a:spcPts val="3200"/>
                  </a:lnSpc>
                </a:pPr>
                <a:r>
                  <a:rPr lang="en-US" dirty="0">
                    <a:solidFill>
                      <a:srgbClr val="F6F6FA"/>
                    </a:solidFill>
                  </a:rPr>
                  <a:t>5.    </a:t>
                </a:r>
                <a:r>
                  <a:rPr lang="en-US" dirty="0">
                    <a:solidFill>
                      <a:schemeClr val="bg2"/>
                    </a:solidFill>
                  </a:rPr>
                  <a:t>Outliers are defined by comparing actual and theoretical percentiles:  </a:t>
                </a:r>
              </a:p>
              <a:p>
                <a:pPr>
                  <a:lnSpc>
                    <a:spcPts val="3200"/>
                  </a:lnSpc>
                </a:pPr>
                <a:r>
                  <a:rPr lang="en-US" dirty="0">
                    <a:solidFill>
                      <a:srgbClr val="F6F6FA"/>
                    </a:solidFill>
                  </a:rPr>
                  <a:t>  </a:t>
                </a:r>
                <a:r>
                  <a:rPr lang="en-US" dirty="0">
                    <a:solidFill>
                      <a:schemeClr val="bg2"/>
                    </a:solidFill>
                  </a:rPr>
                  <a:t>distribution of distance measure of projections on 3 PCs vs fitted gamma distribution</a:t>
                </a:r>
                <a:r>
                  <a:rPr lang="en-US" dirty="0">
                    <a:solidFill>
                      <a:srgbClr val="F6F6FA"/>
                    </a:solidFill>
                  </a:rPr>
                  <a:t> (</a:t>
                </a:r>
                <a:r>
                  <a:rPr lang="en-US" dirty="0" err="1">
                    <a:solidFill>
                      <a:srgbClr val="F6F6FA"/>
                    </a:solidFill>
                  </a:rPr>
                  <a:t>Gnanadesikan</a:t>
                </a:r>
                <a:r>
                  <a:rPr lang="en-US" dirty="0">
                    <a:solidFill>
                      <a:srgbClr val="F6F6FA"/>
                    </a:solidFill>
                  </a:rPr>
                  <a:t>, 1972)</a:t>
                </a:r>
              </a:p>
              <a:p>
                <a:pPr>
                  <a:lnSpc>
                    <a:spcPts val="3200"/>
                  </a:lnSpc>
                </a:pPr>
                <a14:m>
                  <m:oMathPara xmlns:m="http://schemas.openxmlformats.org/officeDocument/2006/math">
                    <m:oMathParaPr>
                      <m:jc m:val="centerGroup"/>
                    </m:oMathParaPr>
                    <m:oMath xmlns:m="http://schemas.openxmlformats.org/officeDocument/2006/math">
                      <m:sSub>
                        <m:sSubPr>
                          <m:ctrlPr>
                            <a:rPr lang="en-US" i="1" smtClean="0">
                              <a:solidFill>
                                <a:srgbClr val="F6F6FA"/>
                              </a:solidFill>
                              <a:latin typeface="Cambria Math" panose="02040503050406030204" pitchFamily="18" charset="0"/>
                            </a:rPr>
                          </m:ctrlPr>
                        </m:sSubPr>
                        <m:e>
                          <m:r>
                            <a:rPr lang="en-US" i="1">
                              <a:solidFill>
                                <a:srgbClr val="F6F6FA"/>
                              </a:solidFill>
                              <a:latin typeface="Cambria Math" panose="02040503050406030204" pitchFamily="18" charset="0"/>
                            </a:rPr>
                            <m:t>𝑅</m:t>
                          </m:r>
                        </m:e>
                        <m:sub>
                          <m:r>
                            <a:rPr lang="en-US" i="1">
                              <a:solidFill>
                                <a:srgbClr val="F6F6FA"/>
                              </a:solidFill>
                              <a:latin typeface="Cambria Math" panose="02040503050406030204" pitchFamily="18" charset="0"/>
                            </a:rPr>
                            <m:t>𝑗</m:t>
                          </m:r>
                        </m:sub>
                      </m:sSub>
                      <m:d>
                        <m:dPr>
                          <m:ctrlPr>
                            <a:rPr lang="en-US" i="1">
                              <a:solidFill>
                                <a:srgbClr val="F6F6FA"/>
                              </a:solidFill>
                              <a:latin typeface="Cambria Math" panose="02040503050406030204" pitchFamily="18" charset="0"/>
                            </a:rPr>
                          </m:ctrlPr>
                        </m:dPr>
                        <m:e>
                          <m:acc>
                            <m:accPr>
                              <m:chr m:val="̅"/>
                              <m:ctrlPr>
                                <a:rPr lang="en-US" i="1">
                                  <a:solidFill>
                                    <a:srgbClr val="F6F6FA"/>
                                  </a:solidFill>
                                  <a:latin typeface="Cambria Math" panose="02040503050406030204" pitchFamily="18" charset="0"/>
                                </a:rPr>
                              </m:ctrlPr>
                            </m:accPr>
                            <m:e>
                              <m:r>
                                <a:rPr lang="en-US" i="1">
                                  <a:solidFill>
                                    <a:srgbClr val="F6F6FA"/>
                                  </a:solidFill>
                                  <a:latin typeface="Cambria Math" panose="02040503050406030204" pitchFamily="18" charset="0"/>
                                </a:rPr>
                                <m:t>𝑥</m:t>
                              </m:r>
                            </m:e>
                          </m:acc>
                          <m:r>
                            <a:rPr lang="en-US" i="1">
                              <a:solidFill>
                                <a:srgbClr val="F6F6FA"/>
                              </a:solidFill>
                              <a:latin typeface="Cambria Math" panose="02040503050406030204" pitchFamily="18" charset="0"/>
                            </a:rPr>
                            <m:t>,</m:t>
                          </m:r>
                          <m:r>
                            <a:rPr lang="en-US" i="1">
                              <a:solidFill>
                                <a:srgbClr val="F6F6FA"/>
                              </a:solidFill>
                              <a:latin typeface="Cambria Math" panose="02040503050406030204" pitchFamily="18" charset="0"/>
                            </a:rPr>
                            <m:t>𝛤</m:t>
                          </m:r>
                        </m:e>
                      </m:d>
                      <m:r>
                        <a:rPr lang="en-US" i="1">
                          <a:solidFill>
                            <a:srgbClr val="F6F6FA"/>
                          </a:solidFill>
                          <a:latin typeface="Cambria Math" panose="02040503050406030204" pitchFamily="18" charset="0"/>
                        </a:rPr>
                        <m:t>= </m:t>
                      </m:r>
                      <m:sSup>
                        <m:sSupPr>
                          <m:ctrlPr>
                            <a:rPr lang="en-US" i="1">
                              <a:solidFill>
                                <a:srgbClr val="F6F6FA"/>
                              </a:solidFill>
                              <a:latin typeface="Cambria Math" panose="02040503050406030204" pitchFamily="18" charset="0"/>
                            </a:rPr>
                          </m:ctrlPr>
                        </m:sSupPr>
                        <m:e>
                          <m:d>
                            <m:dPr>
                              <m:ctrlPr>
                                <a:rPr lang="en-US" i="1">
                                  <a:solidFill>
                                    <a:srgbClr val="F6F6FA"/>
                                  </a:solidFill>
                                  <a:latin typeface="Cambria Math" panose="02040503050406030204" pitchFamily="18" charset="0"/>
                                </a:rPr>
                              </m:ctrlPr>
                            </m:dPr>
                            <m:e>
                              <m:sSub>
                                <m:sSubPr>
                                  <m:ctrlPr>
                                    <a:rPr lang="en-US" i="1">
                                      <a:solidFill>
                                        <a:srgbClr val="F6F6FA"/>
                                      </a:solidFill>
                                      <a:latin typeface="Cambria Math" panose="02040503050406030204" pitchFamily="18" charset="0"/>
                                    </a:rPr>
                                  </m:ctrlPr>
                                </m:sSubPr>
                                <m:e>
                                  <m:r>
                                    <a:rPr lang="en-US" i="1">
                                      <a:solidFill>
                                        <a:srgbClr val="F6F6FA"/>
                                      </a:solidFill>
                                      <a:latin typeface="Cambria Math" panose="02040503050406030204" pitchFamily="18" charset="0"/>
                                    </a:rPr>
                                    <m:t>𝑥</m:t>
                                  </m:r>
                                </m:e>
                                <m:sub>
                                  <m:r>
                                    <a:rPr lang="en-US" i="1">
                                      <a:solidFill>
                                        <a:srgbClr val="F6F6FA"/>
                                      </a:solidFill>
                                      <a:latin typeface="Cambria Math" panose="02040503050406030204" pitchFamily="18" charset="0"/>
                                    </a:rPr>
                                    <m:t>𝑖</m:t>
                                  </m:r>
                                </m:sub>
                              </m:sSub>
                              <m:r>
                                <a:rPr lang="en-US" i="1">
                                  <a:solidFill>
                                    <a:srgbClr val="F6F6FA"/>
                                  </a:solidFill>
                                  <a:latin typeface="Cambria Math" panose="02040503050406030204" pitchFamily="18" charset="0"/>
                                </a:rPr>
                                <m:t>−</m:t>
                              </m:r>
                              <m:acc>
                                <m:accPr>
                                  <m:chr m:val="̅"/>
                                  <m:ctrlPr>
                                    <a:rPr lang="en-US" i="1">
                                      <a:solidFill>
                                        <a:srgbClr val="F6F6FA"/>
                                      </a:solidFill>
                                      <a:latin typeface="Cambria Math" panose="02040503050406030204" pitchFamily="18" charset="0"/>
                                    </a:rPr>
                                  </m:ctrlPr>
                                </m:accPr>
                                <m:e>
                                  <m:r>
                                    <a:rPr lang="en-US" i="1">
                                      <a:solidFill>
                                        <a:srgbClr val="F6F6FA"/>
                                      </a:solidFill>
                                      <a:latin typeface="Cambria Math" panose="02040503050406030204" pitchFamily="18" charset="0"/>
                                    </a:rPr>
                                    <m:t>𝑥</m:t>
                                  </m:r>
                                </m:e>
                              </m:acc>
                            </m:e>
                          </m:d>
                        </m:e>
                        <m:sup>
                          <m:r>
                            <a:rPr lang="en-US" i="1">
                              <a:solidFill>
                                <a:srgbClr val="F6F6FA"/>
                              </a:solidFill>
                              <a:latin typeface="Cambria Math" panose="02040503050406030204" pitchFamily="18" charset="0"/>
                            </a:rPr>
                            <m:t>′</m:t>
                          </m:r>
                        </m:sup>
                      </m:sSup>
                      <m:sSup>
                        <m:sSupPr>
                          <m:ctrlPr>
                            <a:rPr lang="en-US" i="1">
                              <a:solidFill>
                                <a:srgbClr val="F6F6FA"/>
                              </a:solidFill>
                              <a:latin typeface="Cambria Math" panose="02040503050406030204" pitchFamily="18" charset="0"/>
                            </a:rPr>
                          </m:ctrlPr>
                        </m:sSupPr>
                        <m:e>
                          <m:r>
                            <a:rPr lang="en-US" i="1">
                              <a:solidFill>
                                <a:srgbClr val="F6F6FA"/>
                              </a:solidFill>
                              <a:latin typeface="Cambria Math" panose="02040503050406030204" pitchFamily="18" charset="0"/>
                            </a:rPr>
                            <m:t>𝑆</m:t>
                          </m:r>
                        </m:e>
                        <m:sup>
                          <m:r>
                            <a:rPr lang="en-US" i="1">
                              <a:solidFill>
                                <a:srgbClr val="F6F6FA"/>
                              </a:solidFill>
                              <a:latin typeface="Cambria Math" panose="02040503050406030204" pitchFamily="18" charset="0"/>
                            </a:rPr>
                            <m:t>−1</m:t>
                          </m:r>
                        </m:sup>
                      </m:sSup>
                      <m:d>
                        <m:dPr>
                          <m:ctrlPr>
                            <a:rPr lang="en-US" i="1">
                              <a:solidFill>
                                <a:srgbClr val="F6F6FA"/>
                              </a:solidFill>
                              <a:latin typeface="Cambria Math" panose="02040503050406030204" pitchFamily="18" charset="0"/>
                            </a:rPr>
                          </m:ctrlPr>
                        </m:dPr>
                        <m:e>
                          <m:sSub>
                            <m:sSubPr>
                              <m:ctrlPr>
                                <a:rPr lang="en-US" i="1">
                                  <a:solidFill>
                                    <a:srgbClr val="F6F6FA"/>
                                  </a:solidFill>
                                  <a:latin typeface="Cambria Math" panose="02040503050406030204" pitchFamily="18" charset="0"/>
                                </a:rPr>
                              </m:ctrlPr>
                            </m:sSubPr>
                            <m:e>
                              <m:r>
                                <a:rPr lang="en-US" i="1">
                                  <a:solidFill>
                                    <a:srgbClr val="F6F6FA"/>
                                  </a:solidFill>
                                  <a:latin typeface="Cambria Math" panose="02040503050406030204" pitchFamily="18" charset="0"/>
                                </a:rPr>
                                <m:t>𝑥</m:t>
                              </m:r>
                            </m:e>
                            <m:sub>
                              <m:r>
                                <a:rPr lang="en-US" i="1">
                                  <a:solidFill>
                                    <a:srgbClr val="F6F6FA"/>
                                  </a:solidFill>
                                  <a:latin typeface="Cambria Math" panose="02040503050406030204" pitchFamily="18" charset="0"/>
                                </a:rPr>
                                <m:t>𝑗</m:t>
                              </m:r>
                            </m:sub>
                          </m:sSub>
                          <m:r>
                            <a:rPr lang="en-US" i="1">
                              <a:solidFill>
                                <a:srgbClr val="F6F6FA"/>
                              </a:solidFill>
                              <a:latin typeface="Cambria Math" panose="02040503050406030204" pitchFamily="18" charset="0"/>
                            </a:rPr>
                            <m:t>−</m:t>
                          </m:r>
                          <m:acc>
                            <m:accPr>
                              <m:chr m:val="̅"/>
                              <m:ctrlPr>
                                <a:rPr lang="en-US" i="1">
                                  <a:solidFill>
                                    <a:srgbClr val="F6F6FA"/>
                                  </a:solidFill>
                                  <a:latin typeface="Cambria Math" panose="02040503050406030204" pitchFamily="18" charset="0"/>
                                </a:rPr>
                              </m:ctrlPr>
                            </m:accPr>
                            <m:e>
                              <m:r>
                                <a:rPr lang="en-US" i="1">
                                  <a:solidFill>
                                    <a:srgbClr val="F6F6FA"/>
                                  </a:solidFill>
                                  <a:latin typeface="Cambria Math" panose="02040503050406030204" pitchFamily="18" charset="0"/>
                                </a:rPr>
                                <m:t>𝑥</m:t>
                              </m:r>
                            </m:e>
                          </m:acc>
                        </m:e>
                      </m:d>
                      <m:r>
                        <a:rPr lang="en-US" b="0" i="1" smtClean="0">
                          <a:solidFill>
                            <a:srgbClr val="F6F6FA"/>
                          </a:solidFill>
                          <a:latin typeface="Cambria Math" panose="02040503050406030204" pitchFamily="18" charset="0"/>
                        </a:rPr>
                        <m:t> ~ </m:t>
                      </m:r>
                      <m:r>
                        <a:rPr lang="en-US" i="1">
                          <a:solidFill>
                            <a:srgbClr val="F6F6FA"/>
                          </a:solidFill>
                          <a:latin typeface="Cambria Math" panose="02040503050406030204" pitchFamily="18" charset="0"/>
                        </a:rPr>
                        <m:t>𝐺𝑎𝑚𝑚𝑎</m:t>
                      </m:r>
                      <m:r>
                        <a:rPr lang="en-US" i="1">
                          <a:solidFill>
                            <a:srgbClr val="F6F6FA"/>
                          </a:solidFill>
                          <a:latin typeface="Cambria Math" panose="02040503050406030204" pitchFamily="18" charset="0"/>
                        </a:rPr>
                        <m:t>(</m:t>
                      </m:r>
                      <m:r>
                        <a:rPr lang="en-US" b="0" i="1" smtClean="0">
                          <a:solidFill>
                            <a:srgbClr val="F6F6FA"/>
                          </a:solidFill>
                          <a:latin typeface="Cambria Math" panose="02040503050406030204" pitchFamily="18" charset="0"/>
                        </a:rPr>
                        <m:t>𝑎</m:t>
                      </m:r>
                      <m:r>
                        <a:rPr lang="en-US" b="0" i="1" smtClean="0">
                          <a:solidFill>
                            <a:srgbClr val="F6F6FA"/>
                          </a:solidFill>
                          <a:latin typeface="Cambria Math" panose="02040503050406030204" pitchFamily="18" charset="0"/>
                        </a:rPr>
                        <m:t>, </m:t>
                      </m:r>
                      <m:r>
                        <a:rPr lang="en-US" b="0" i="1" smtClean="0">
                          <a:solidFill>
                            <a:srgbClr val="F6F6FA"/>
                          </a:solidFill>
                          <a:latin typeface="Cambria Math" panose="02040503050406030204" pitchFamily="18" charset="0"/>
                        </a:rPr>
                        <m:t>𝑏</m:t>
                      </m:r>
                      <m:r>
                        <a:rPr lang="en-US" b="0" i="1" smtClean="0">
                          <a:solidFill>
                            <a:srgbClr val="F6F6FA"/>
                          </a:solidFill>
                          <a:latin typeface="Cambria Math" panose="02040503050406030204" pitchFamily="18" charset="0"/>
                        </a:rPr>
                        <m:t>)</m:t>
                      </m:r>
                    </m:oMath>
                  </m:oMathPara>
                </a14:m>
                <a:endParaRPr lang="en-US" dirty="0">
                  <a:solidFill>
                    <a:srgbClr val="F6F6FA"/>
                  </a:solidFill>
                </a:endParaRPr>
              </a:p>
              <a:p>
                <a:pPr>
                  <a:lnSpc>
                    <a:spcPts val="3200"/>
                  </a:lnSpc>
                </a:pPr>
                <a:r>
                  <a:rPr lang="en-US" dirty="0">
                    <a:solidFill>
                      <a:srgbClr val="F6F6FA"/>
                    </a:solidFill>
                  </a:rPr>
                  <a:t>Example: B-outliers with 3 PC distance &gt; 18 in cluster 103 in 2014</a:t>
                </a:r>
              </a:p>
              <a:p>
                <a:pPr>
                  <a:lnSpc>
                    <a:spcPts val="3200"/>
                  </a:lnSpc>
                </a:pPr>
                <a:r>
                  <a:rPr lang="en-US" dirty="0">
                    <a:highlight>
                      <a:srgbClr val="FFFF00"/>
                    </a:highlight>
                  </a:rPr>
                  <a:t> </a:t>
                </a:r>
                <a:r>
                  <a:rPr lang="en-US" dirty="0"/>
                  <a:t>   </a:t>
                </a:r>
              </a:p>
            </p:txBody>
          </p:sp>
        </mc:Choice>
        <mc:Fallback xmlns="">
          <p:sp>
            <p:nvSpPr>
              <p:cNvPr id="4" name="Rectangle 3">
                <a:extLst>
                  <a:ext uri="{FF2B5EF4-FFF2-40B4-BE49-F238E27FC236}">
                    <a16:creationId xmlns:a16="http://schemas.microsoft.com/office/drawing/2014/main" id="{83F320B2-5B8D-4ACE-A498-5406DEBE0BE0}"/>
                  </a:ext>
                </a:extLst>
              </p:cNvPr>
              <p:cNvSpPr>
                <a:spLocks noRot="1" noChangeAspect="1" noMove="1" noResize="1" noEditPoints="1" noAdjustHandles="1" noChangeArrowheads="1" noChangeShapeType="1" noTextEdit="1"/>
              </p:cNvSpPr>
              <p:nvPr/>
            </p:nvSpPr>
            <p:spPr>
              <a:xfrm>
                <a:off x="465006" y="1257078"/>
                <a:ext cx="11415818" cy="2144177"/>
              </a:xfrm>
              <a:prstGeom prst="rect">
                <a:avLst/>
              </a:prstGeom>
              <a:blipFill>
                <a:blip r:embed="rId2"/>
                <a:stretch>
                  <a:fillRect l="-427"/>
                </a:stretch>
              </a:blipFill>
            </p:spPr>
            <p:txBody>
              <a:bodyPr/>
              <a:lstStyle/>
              <a:p>
                <a:r>
                  <a:rPr lang="en-US">
                    <a:noFill/>
                  </a:rPr>
                  <a:t> </a:t>
                </a:r>
              </a:p>
            </p:txBody>
          </p:sp>
        </mc:Fallback>
      </mc:AlternateContent>
      <p:graphicFrame>
        <p:nvGraphicFramePr>
          <p:cNvPr id="6" name="Table 5">
            <a:extLst>
              <a:ext uri="{FF2B5EF4-FFF2-40B4-BE49-F238E27FC236}">
                <a16:creationId xmlns:a16="http://schemas.microsoft.com/office/drawing/2014/main" id="{57DC578D-C26F-44EB-8079-0B0605F40127}"/>
              </a:ext>
            </a:extLst>
          </p:cNvPr>
          <p:cNvGraphicFramePr>
            <a:graphicFrameLocks noGrp="1"/>
          </p:cNvGraphicFramePr>
          <p:nvPr>
            <p:extLst>
              <p:ext uri="{D42A27DB-BD31-4B8C-83A1-F6EECF244321}">
                <p14:modId xmlns:p14="http://schemas.microsoft.com/office/powerpoint/2010/main" val="2091934120"/>
              </p:ext>
            </p:extLst>
          </p:nvPr>
        </p:nvGraphicFramePr>
        <p:xfrm>
          <a:off x="6068734" y="3035268"/>
          <a:ext cx="5414247" cy="2797755"/>
        </p:xfrm>
        <a:graphic>
          <a:graphicData uri="http://schemas.openxmlformats.org/drawingml/2006/table">
            <a:tbl>
              <a:tblPr firstRow="1" firstCol="1" bandRow="1">
                <a:tableStyleId>{5C22544A-7EE6-4342-B048-85BDC9FD1C3A}</a:tableStyleId>
              </a:tblPr>
              <a:tblGrid>
                <a:gridCol w="1232252">
                  <a:extLst>
                    <a:ext uri="{9D8B030D-6E8A-4147-A177-3AD203B41FA5}">
                      <a16:colId xmlns:a16="http://schemas.microsoft.com/office/drawing/2014/main" val="697209173"/>
                    </a:ext>
                  </a:extLst>
                </a:gridCol>
                <a:gridCol w="1042075">
                  <a:extLst>
                    <a:ext uri="{9D8B030D-6E8A-4147-A177-3AD203B41FA5}">
                      <a16:colId xmlns:a16="http://schemas.microsoft.com/office/drawing/2014/main" val="95856589"/>
                    </a:ext>
                  </a:extLst>
                </a:gridCol>
                <a:gridCol w="1004857">
                  <a:extLst>
                    <a:ext uri="{9D8B030D-6E8A-4147-A177-3AD203B41FA5}">
                      <a16:colId xmlns:a16="http://schemas.microsoft.com/office/drawing/2014/main" val="1913289226"/>
                    </a:ext>
                  </a:extLst>
                </a:gridCol>
                <a:gridCol w="1071848">
                  <a:extLst>
                    <a:ext uri="{9D8B030D-6E8A-4147-A177-3AD203B41FA5}">
                      <a16:colId xmlns:a16="http://schemas.microsoft.com/office/drawing/2014/main" val="3960765764"/>
                    </a:ext>
                  </a:extLst>
                </a:gridCol>
                <a:gridCol w="1063215">
                  <a:extLst>
                    <a:ext uri="{9D8B030D-6E8A-4147-A177-3AD203B41FA5}">
                      <a16:colId xmlns:a16="http://schemas.microsoft.com/office/drawing/2014/main" val="1406290425"/>
                    </a:ext>
                  </a:extLst>
                </a:gridCol>
              </a:tblGrid>
              <a:tr h="486872">
                <a:tc>
                  <a:txBody>
                    <a:bodyPr/>
                    <a:lstStyle/>
                    <a:p>
                      <a:pPr marL="0" marR="0" algn="ctr">
                        <a:lnSpc>
                          <a:spcPct val="107000"/>
                        </a:lnSpc>
                        <a:spcBef>
                          <a:spcPts val="0"/>
                        </a:spcBef>
                        <a:spcAft>
                          <a:spcPts val="0"/>
                        </a:spcAft>
                      </a:pPr>
                      <a:r>
                        <a:rPr lang="en-US" sz="1400" dirty="0">
                          <a:solidFill>
                            <a:srgbClr val="2E2E38"/>
                          </a:solidFill>
                          <a:effectLst/>
                        </a:rPr>
                        <a:t>Date</a:t>
                      </a:r>
                    </a:p>
                    <a:p>
                      <a:pPr marL="0" marR="0" algn="ctr">
                        <a:lnSpc>
                          <a:spcPct val="107000"/>
                        </a:lnSpc>
                        <a:spcBef>
                          <a:spcPts val="0"/>
                        </a:spcBef>
                        <a:spcAft>
                          <a:spcPts val="0"/>
                        </a:spcAft>
                      </a:pPr>
                      <a:endParaRPr lang="en-US" sz="1400" dirty="0">
                        <a:solidFill>
                          <a:srgbClr val="2E2E38"/>
                        </a:solidFill>
                        <a:effectLst/>
                      </a:endParaRPr>
                    </a:p>
                  </a:txBody>
                  <a:tcPr marL="68580" marR="68580" marT="0" marB="0" anchor="b">
                    <a:solidFill>
                      <a:srgbClr val="C4C4CD"/>
                    </a:solidFill>
                  </a:tcPr>
                </a:tc>
                <a:tc>
                  <a:txBody>
                    <a:bodyPr/>
                    <a:lstStyle/>
                    <a:p>
                      <a:pPr marL="0" marR="0" algn="ctr">
                        <a:lnSpc>
                          <a:spcPct val="107000"/>
                        </a:lnSpc>
                        <a:spcBef>
                          <a:spcPts val="0"/>
                        </a:spcBef>
                        <a:spcAft>
                          <a:spcPts val="0"/>
                        </a:spcAft>
                      </a:pPr>
                      <a:r>
                        <a:rPr lang="en-US" sz="1400" b="1" kern="1200" dirty="0">
                          <a:solidFill>
                            <a:srgbClr val="2E2E38"/>
                          </a:solidFill>
                          <a:effectLst/>
                          <a:latin typeface="+mn-lt"/>
                          <a:ea typeface="+mn-ea"/>
                          <a:cs typeface="+mn-cs"/>
                        </a:rPr>
                        <a:t>Projection on </a:t>
                      </a:r>
                      <a:r>
                        <a:rPr lang="en-US" sz="1400" dirty="0">
                          <a:solidFill>
                            <a:srgbClr val="2E2E38"/>
                          </a:solidFill>
                          <a:effectLst/>
                        </a:rPr>
                        <a:t>PC1</a:t>
                      </a:r>
                      <a:endParaRPr lang="en-US" sz="1400" b="1" kern="1200" dirty="0">
                        <a:solidFill>
                          <a:srgbClr val="2E2E38"/>
                        </a:solidFill>
                        <a:effectLst/>
                        <a:latin typeface="+mn-lt"/>
                        <a:ea typeface="+mn-ea"/>
                        <a:cs typeface="+mn-cs"/>
                      </a:endParaRPr>
                    </a:p>
                  </a:txBody>
                  <a:tcPr marL="68580" marR="68580" marT="0" marB="0" anchor="b">
                    <a:solidFill>
                      <a:srgbClr val="C4C4CD"/>
                    </a:solidFill>
                  </a:tcPr>
                </a:tc>
                <a:tc>
                  <a:txBody>
                    <a:bodyPr/>
                    <a:lstStyle/>
                    <a:p>
                      <a:pPr marL="0" marR="0" algn="ctr">
                        <a:lnSpc>
                          <a:spcPct val="107000"/>
                        </a:lnSpc>
                        <a:spcBef>
                          <a:spcPts val="0"/>
                        </a:spcBef>
                        <a:spcAft>
                          <a:spcPts val="0"/>
                        </a:spcAft>
                      </a:pPr>
                      <a:r>
                        <a:rPr lang="en-US" sz="1400" b="1" kern="1200" dirty="0">
                          <a:solidFill>
                            <a:srgbClr val="2E2E38"/>
                          </a:solidFill>
                          <a:effectLst/>
                          <a:latin typeface="+mn-lt"/>
                          <a:ea typeface="+mn-ea"/>
                          <a:cs typeface="+mn-cs"/>
                        </a:rPr>
                        <a:t>Projection on </a:t>
                      </a:r>
                      <a:r>
                        <a:rPr lang="en-US" sz="1400" dirty="0">
                          <a:solidFill>
                            <a:srgbClr val="2E2E38"/>
                          </a:solidFill>
                          <a:effectLst/>
                        </a:rPr>
                        <a:t>PC2</a:t>
                      </a:r>
                      <a:endParaRPr lang="en-US" sz="1400" b="1" kern="1200" dirty="0">
                        <a:solidFill>
                          <a:srgbClr val="2E2E38"/>
                        </a:solidFill>
                        <a:effectLst/>
                        <a:latin typeface="+mn-lt"/>
                        <a:ea typeface="+mn-ea"/>
                        <a:cs typeface="+mn-cs"/>
                      </a:endParaRPr>
                    </a:p>
                  </a:txBody>
                  <a:tcPr marL="68580" marR="68580" marT="0" marB="0" anchor="b">
                    <a:solidFill>
                      <a:srgbClr val="C4C4CD"/>
                    </a:solidFill>
                  </a:tcPr>
                </a:tc>
                <a:tc>
                  <a:txBody>
                    <a:bodyPr/>
                    <a:lstStyle/>
                    <a:p>
                      <a:pPr marL="0" marR="0" algn="ctr">
                        <a:lnSpc>
                          <a:spcPct val="107000"/>
                        </a:lnSpc>
                        <a:spcBef>
                          <a:spcPts val="0"/>
                        </a:spcBef>
                        <a:spcAft>
                          <a:spcPts val="0"/>
                        </a:spcAft>
                      </a:pPr>
                      <a:r>
                        <a:rPr lang="en-US" sz="1400" b="1" kern="1200" dirty="0">
                          <a:solidFill>
                            <a:srgbClr val="2E2E38"/>
                          </a:solidFill>
                          <a:effectLst/>
                          <a:latin typeface="+mn-lt"/>
                          <a:ea typeface="+mn-ea"/>
                          <a:cs typeface="+mn-cs"/>
                        </a:rPr>
                        <a:t>Projection on </a:t>
                      </a:r>
                      <a:r>
                        <a:rPr lang="en-US" sz="1400" dirty="0">
                          <a:solidFill>
                            <a:srgbClr val="2E2E38"/>
                          </a:solidFill>
                          <a:effectLst/>
                        </a:rPr>
                        <a:t>PC3</a:t>
                      </a:r>
                      <a:endParaRPr lang="en-US" sz="1400" b="1" kern="1200" dirty="0">
                        <a:solidFill>
                          <a:srgbClr val="2E2E38"/>
                        </a:solidFill>
                        <a:effectLst/>
                        <a:latin typeface="+mn-lt"/>
                        <a:ea typeface="+mn-ea"/>
                        <a:cs typeface="+mn-cs"/>
                      </a:endParaRPr>
                    </a:p>
                  </a:txBody>
                  <a:tcPr marL="68580" marR="68580" marT="0" marB="0" anchor="b">
                    <a:solidFill>
                      <a:srgbClr val="C4C4CD"/>
                    </a:solidFill>
                  </a:tcPr>
                </a:tc>
                <a:tc>
                  <a:txBody>
                    <a:bodyPr/>
                    <a:lstStyle/>
                    <a:p>
                      <a:pPr marL="0" marR="0" algn="ctr">
                        <a:lnSpc>
                          <a:spcPct val="107000"/>
                        </a:lnSpc>
                        <a:spcBef>
                          <a:spcPts val="0"/>
                        </a:spcBef>
                        <a:spcAft>
                          <a:spcPts val="0"/>
                        </a:spcAft>
                      </a:pPr>
                      <a:r>
                        <a:rPr lang="en-US" sz="1400" dirty="0">
                          <a:solidFill>
                            <a:srgbClr val="2E2E38"/>
                          </a:solidFill>
                          <a:effectLst/>
                        </a:rPr>
                        <a:t>Distance</a:t>
                      </a:r>
                    </a:p>
                    <a:p>
                      <a:pPr marL="0" marR="0" algn="ctr">
                        <a:lnSpc>
                          <a:spcPct val="107000"/>
                        </a:lnSpc>
                        <a:spcBef>
                          <a:spcPts val="0"/>
                        </a:spcBef>
                        <a:spcAft>
                          <a:spcPts val="0"/>
                        </a:spcAft>
                      </a:pPr>
                      <a:endParaRPr lang="en-US" sz="1400" dirty="0">
                        <a:solidFill>
                          <a:srgbClr val="2E2E3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C4C4CD"/>
                    </a:solidFill>
                  </a:tcPr>
                </a:tc>
                <a:extLst>
                  <a:ext uri="{0D108BD9-81ED-4DB2-BD59-A6C34878D82A}">
                    <a16:rowId xmlns:a16="http://schemas.microsoft.com/office/drawing/2014/main" val="3651423421"/>
                  </a:ext>
                </a:extLst>
              </a:tr>
              <a:tr h="277131">
                <a:tc>
                  <a:txBody>
                    <a:bodyPr/>
                    <a:lstStyle/>
                    <a:p>
                      <a:pPr marL="0" marR="0" algn="l">
                        <a:lnSpc>
                          <a:spcPct val="107000"/>
                        </a:lnSpc>
                        <a:spcBef>
                          <a:spcPts val="0"/>
                        </a:spcBef>
                        <a:spcAft>
                          <a:spcPts val="0"/>
                        </a:spcAft>
                      </a:pPr>
                      <a:r>
                        <a:rPr lang="en-US" sz="1400" b="0" dirty="0">
                          <a:solidFill>
                            <a:schemeClr val="tx1"/>
                          </a:solidFill>
                          <a:effectLst/>
                        </a:rPr>
                        <a:t>3 Feb 2014</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12.47</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-6.25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2.76</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103.25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1030861598"/>
                  </a:ext>
                </a:extLst>
              </a:tr>
              <a:tr h="277131">
                <a:tc>
                  <a:txBody>
                    <a:bodyPr/>
                    <a:lstStyle/>
                    <a:p>
                      <a:pPr marL="0" marR="0" algn="l">
                        <a:lnSpc>
                          <a:spcPct val="107000"/>
                        </a:lnSpc>
                        <a:spcBef>
                          <a:spcPts val="0"/>
                        </a:spcBef>
                        <a:spcAft>
                          <a:spcPts val="0"/>
                        </a:spcAft>
                      </a:pPr>
                      <a:r>
                        <a:rPr lang="en-US" sz="1400" b="0" dirty="0">
                          <a:solidFill>
                            <a:schemeClr val="tx1"/>
                          </a:solidFill>
                          <a:effectLst/>
                        </a:rPr>
                        <a:t>5 Feb 2014</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13.03</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-4.64</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a:effectLst/>
                        </a:rPr>
                        <a:t>1.52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95.42</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1845460552"/>
                  </a:ext>
                </a:extLst>
              </a:tr>
              <a:tr h="295898">
                <a:tc>
                  <a:txBody>
                    <a:bodyPr/>
                    <a:lstStyle/>
                    <a:p>
                      <a:pPr marL="0" marR="0" algn="l">
                        <a:lnSpc>
                          <a:spcPct val="107000"/>
                        </a:lnSpc>
                        <a:spcBef>
                          <a:spcPts val="0"/>
                        </a:spcBef>
                        <a:spcAft>
                          <a:spcPts val="0"/>
                        </a:spcAft>
                      </a:pPr>
                      <a:r>
                        <a:rPr lang="en-US" sz="1400" b="0" dirty="0">
                          <a:solidFill>
                            <a:schemeClr val="tx1"/>
                          </a:solidFill>
                          <a:effectLst/>
                        </a:rPr>
                        <a:t>12 Mar 2014</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3.35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4.78</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1.65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a:effectLst/>
                        </a:rPr>
                        <a:t>21.67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2643530296"/>
                  </a:ext>
                </a:extLst>
              </a:tr>
              <a:tr h="295898">
                <a:tc>
                  <a:txBody>
                    <a:bodyPr/>
                    <a:lstStyle/>
                    <a:p>
                      <a:pPr marL="0" marR="0" algn="l">
                        <a:lnSpc>
                          <a:spcPct val="107000"/>
                        </a:lnSpc>
                        <a:spcBef>
                          <a:spcPts val="0"/>
                        </a:spcBef>
                        <a:spcAft>
                          <a:spcPts val="0"/>
                        </a:spcAft>
                      </a:pPr>
                      <a:r>
                        <a:rPr lang="en-US" sz="1400" b="0" dirty="0">
                          <a:solidFill>
                            <a:schemeClr val="tx1"/>
                          </a:solidFill>
                          <a:effectLst/>
                        </a:rPr>
                        <a:t>26 Mar 2014</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a:effectLst/>
                        </a:rPr>
                        <a:t>1.52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5.88</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2.75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a:effectLst/>
                        </a:rPr>
                        <a:t>28.12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3276841340"/>
                  </a:ext>
                </a:extLst>
              </a:tr>
              <a:tr h="277131">
                <a:tc>
                  <a:txBody>
                    <a:bodyPr/>
                    <a:lstStyle/>
                    <a:p>
                      <a:pPr marL="0" marR="0" algn="l">
                        <a:lnSpc>
                          <a:spcPct val="107000"/>
                        </a:lnSpc>
                        <a:spcBef>
                          <a:spcPts val="0"/>
                        </a:spcBef>
                        <a:spcAft>
                          <a:spcPts val="0"/>
                        </a:spcAft>
                      </a:pPr>
                      <a:r>
                        <a:rPr lang="en-US" sz="1400" b="0" dirty="0">
                          <a:solidFill>
                            <a:schemeClr val="tx1"/>
                          </a:solidFill>
                          <a:effectLst/>
                        </a:rPr>
                        <a:t>3 Jul 2014</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a:effectLst/>
                        </a:rPr>
                        <a:t>2.79</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1.21</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-6.45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31.30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2014164118"/>
                  </a:ext>
                </a:extLst>
              </a:tr>
              <a:tr h="295898">
                <a:tc>
                  <a:txBody>
                    <a:bodyPr/>
                    <a:lstStyle/>
                    <a:p>
                      <a:pPr marL="0" marR="0" algn="l">
                        <a:lnSpc>
                          <a:spcPct val="107000"/>
                        </a:lnSpc>
                        <a:spcBef>
                          <a:spcPts val="0"/>
                        </a:spcBef>
                        <a:spcAft>
                          <a:spcPts val="0"/>
                        </a:spcAft>
                      </a:pPr>
                      <a:r>
                        <a:rPr lang="en-US" sz="1400" b="0" dirty="0">
                          <a:solidFill>
                            <a:schemeClr val="tx1"/>
                          </a:solidFill>
                          <a:effectLst/>
                        </a:rPr>
                        <a:t>3 Dec 2014</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a:effectLst/>
                        </a:rPr>
                        <a:t>7.82</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-0.94</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3.55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37.54</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746157176"/>
                  </a:ext>
                </a:extLst>
              </a:tr>
              <a:tr h="295898">
                <a:tc>
                  <a:txBody>
                    <a:bodyPr/>
                    <a:lstStyle/>
                    <a:p>
                      <a:pPr marL="0" marR="0" algn="l">
                        <a:lnSpc>
                          <a:spcPct val="107000"/>
                        </a:lnSpc>
                        <a:spcBef>
                          <a:spcPts val="0"/>
                        </a:spcBef>
                        <a:spcAft>
                          <a:spcPts val="0"/>
                        </a:spcAft>
                      </a:pPr>
                      <a:r>
                        <a:rPr lang="en-US" sz="1400" b="0" dirty="0">
                          <a:solidFill>
                            <a:schemeClr val="tx1"/>
                          </a:solidFill>
                          <a:effectLst/>
                        </a:rPr>
                        <a:t>4 Dec 2014</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a:effectLst/>
                        </a:rPr>
                        <a:t>3.36</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a:effectLst/>
                        </a:rPr>
                        <a:t>1.97</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-7.40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42.90</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4241361465"/>
                  </a:ext>
                </a:extLst>
              </a:tr>
              <a:tr h="295898">
                <a:tc>
                  <a:txBody>
                    <a:bodyPr/>
                    <a:lstStyle/>
                    <a:p>
                      <a:pPr marL="0" marR="0" algn="l">
                        <a:lnSpc>
                          <a:spcPct val="107000"/>
                        </a:lnSpc>
                        <a:spcBef>
                          <a:spcPts val="0"/>
                        </a:spcBef>
                        <a:spcAft>
                          <a:spcPts val="0"/>
                        </a:spcAft>
                      </a:pPr>
                      <a:r>
                        <a:rPr lang="en-US" sz="1400" b="0" dirty="0">
                          <a:solidFill>
                            <a:schemeClr val="tx1"/>
                          </a:solidFill>
                          <a:effectLst/>
                        </a:rPr>
                        <a:t>5 Dec 2014</a:t>
                      </a:r>
                      <a:endParaRPr lang="en-US" sz="14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7.15</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-2.17</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3.13</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400" dirty="0">
                          <a:effectLst/>
                        </a:rPr>
                        <a:t>33.38</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2397617082"/>
                  </a:ext>
                </a:extLst>
              </a:tr>
            </a:tbl>
          </a:graphicData>
        </a:graphic>
      </p:graphicFrame>
      <p:graphicFrame>
        <p:nvGraphicFramePr>
          <p:cNvPr id="5" name="Table 4">
            <a:extLst>
              <a:ext uri="{FF2B5EF4-FFF2-40B4-BE49-F238E27FC236}">
                <a16:creationId xmlns:a16="http://schemas.microsoft.com/office/drawing/2014/main" id="{B6B442B8-2E63-4DC7-9D56-4EDAE35A559F}"/>
              </a:ext>
            </a:extLst>
          </p:cNvPr>
          <p:cNvGraphicFramePr>
            <a:graphicFrameLocks noGrp="1"/>
          </p:cNvGraphicFramePr>
          <p:nvPr>
            <p:extLst>
              <p:ext uri="{D42A27DB-BD31-4B8C-83A1-F6EECF244321}">
                <p14:modId xmlns:p14="http://schemas.microsoft.com/office/powerpoint/2010/main" val="108791804"/>
              </p:ext>
            </p:extLst>
          </p:nvPr>
        </p:nvGraphicFramePr>
        <p:xfrm>
          <a:off x="643610" y="3035268"/>
          <a:ext cx="3259369" cy="2248027"/>
        </p:xfrm>
        <a:graphic>
          <a:graphicData uri="http://schemas.openxmlformats.org/drawingml/2006/table">
            <a:tbl>
              <a:tblPr/>
              <a:tblGrid>
                <a:gridCol w="949208">
                  <a:extLst>
                    <a:ext uri="{9D8B030D-6E8A-4147-A177-3AD203B41FA5}">
                      <a16:colId xmlns:a16="http://schemas.microsoft.com/office/drawing/2014/main" val="4245721381"/>
                    </a:ext>
                  </a:extLst>
                </a:gridCol>
                <a:gridCol w="1158017">
                  <a:extLst>
                    <a:ext uri="{9D8B030D-6E8A-4147-A177-3AD203B41FA5}">
                      <a16:colId xmlns:a16="http://schemas.microsoft.com/office/drawing/2014/main" val="1879044787"/>
                    </a:ext>
                  </a:extLst>
                </a:gridCol>
                <a:gridCol w="1152144">
                  <a:extLst>
                    <a:ext uri="{9D8B030D-6E8A-4147-A177-3AD203B41FA5}">
                      <a16:colId xmlns:a16="http://schemas.microsoft.com/office/drawing/2014/main" val="4143029358"/>
                    </a:ext>
                  </a:extLst>
                </a:gridCol>
              </a:tblGrid>
              <a:tr h="366460">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2E2E38"/>
                          </a:solidFill>
                          <a:effectLst/>
                          <a:latin typeface="+mn-lt"/>
                          <a:ea typeface="+mn-ea"/>
                          <a:cs typeface="+mn-cs"/>
                        </a:rPr>
                        <a:t>Percentile</a:t>
                      </a:r>
                    </a:p>
                    <a:p>
                      <a:pPr marL="0" marR="0" algn="ctr" defTabSz="914400" rtl="0" eaLnBrk="1" fontAlgn="b" latinLnBrk="0" hangingPunct="1">
                        <a:lnSpc>
                          <a:spcPct val="107000"/>
                        </a:lnSpc>
                        <a:spcBef>
                          <a:spcPts val="0"/>
                        </a:spcBef>
                        <a:spcAft>
                          <a:spcPts val="0"/>
                        </a:spcAft>
                      </a:pPr>
                      <a:endParaRPr lang="en-US" sz="1200" b="1" kern="1200" dirty="0">
                        <a:solidFill>
                          <a:srgbClr val="2E2E38"/>
                        </a:solidFill>
                        <a:effectLst/>
                        <a:latin typeface="+mn-lt"/>
                        <a:ea typeface="+mn-ea"/>
                        <a:cs typeface="+mn-cs"/>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C4CD"/>
                    </a:solidFill>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2E2E38"/>
                          </a:solidFill>
                          <a:effectLst/>
                          <a:latin typeface="+mn-lt"/>
                          <a:ea typeface="+mn-ea"/>
                          <a:cs typeface="+mn-cs"/>
                        </a:rPr>
                        <a:t>Percentile actual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C4CD"/>
                    </a:solidFill>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2E2E38"/>
                          </a:solidFill>
                          <a:effectLst/>
                          <a:latin typeface="+mn-lt"/>
                          <a:ea typeface="+mn-ea"/>
                          <a:cs typeface="+mn-cs"/>
                        </a:rPr>
                        <a:t>Percentile fitted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C4CD"/>
                    </a:solidFill>
                  </a:tcPr>
                </a:tc>
                <a:extLst>
                  <a:ext uri="{0D108BD9-81ED-4DB2-BD59-A6C34878D82A}">
                    <a16:rowId xmlns:a16="http://schemas.microsoft.com/office/drawing/2014/main" val="3714651868"/>
                  </a:ext>
                </a:extLst>
              </a:tr>
              <a:tr h="187583">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2012140"/>
                  </a:ext>
                </a:extLst>
              </a:tr>
              <a:tr h="187583">
                <a:tc>
                  <a:txBody>
                    <a:bodyPr/>
                    <a:lstStyle/>
                    <a:p>
                      <a:pPr marL="0" marR="0" algn="ctr" defTabSz="914400" rtl="0" eaLnBrk="1" fontAlgn="b" latinLnBrk="0" hangingPunct="1">
                        <a:lnSpc>
                          <a:spcPct val="107000"/>
                        </a:lnSpc>
                        <a:spcBef>
                          <a:spcPts val="0"/>
                        </a:spcBef>
                        <a:spcAft>
                          <a:spcPts val="0"/>
                        </a:spcAft>
                      </a:pPr>
                      <a:r>
                        <a:rPr lang="en-US" sz="1200" b="1" kern="1200">
                          <a:solidFill>
                            <a:srgbClr val="F6F6FA"/>
                          </a:solidFill>
                          <a:effectLst/>
                          <a:latin typeface="+mn-lt"/>
                          <a:ea typeface="+mn-ea"/>
                          <a:cs typeface="+mn-cs"/>
                        </a:rPr>
                        <a:t>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557032"/>
                  </a:ext>
                </a:extLst>
              </a:tr>
              <a:tr h="187583">
                <a:tc>
                  <a:txBody>
                    <a:bodyPr/>
                    <a:lstStyle/>
                    <a:p>
                      <a:pPr marL="0" marR="0" algn="ctr" defTabSz="914400" rtl="0" eaLnBrk="1" fontAlgn="b" latinLnBrk="0" hangingPunct="1">
                        <a:lnSpc>
                          <a:spcPct val="107000"/>
                        </a:lnSpc>
                        <a:spcBef>
                          <a:spcPts val="0"/>
                        </a:spcBef>
                        <a:spcAft>
                          <a:spcPts val="0"/>
                        </a:spcAft>
                      </a:pPr>
                      <a:r>
                        <a:rPr lang="en-US" sz="1200" b="1" kern="1200">
                          <a:solidFill>
                            <a:srgbClr val="F6F6FA"/>
                          </a:solidFill>
                          <a:effectLst/>
                          <a:latin typeface="+mn-lt"/>
                          <a:ea typeface="+mn-ea"/>
                          <a:cs typeface="+mn-cs"/>
                        </a:rPr>
                        <a:t>10%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1726692"/>
                  </a:ext>
                </a:extLst>
              </a:tr>
              <a:tr h="187583">
                <a:tc>
                  <a:txBody>
                    <a:bodyPr/>
                    <a:lstStyle/>
                    <a:p>
                      <a:pPr marL="0" marR="0" algn="ctr" defTabSz="914400" rtl="0" eaLnBrk="1" fontAlgn="b" latinLnBrk="0" hangingPunct="1">
                        <a:lnSpc>
                          <a:spcPct val="107000"/>
                        </a:lnSpc>
                        <a:spcBef>
                          <a:spcPts val="0"/>
                        </a:spcBef>
                        <a:spcAft>
                          <a:spcPts val="0"/>
                        </a:spcAft>
                      </a:pPr>
                      <a:r>
                        <a:rPr lang="en-US" sz="1200" b="1" kern="1200">
                          <a:solidFill>
                            <a:srgbClr val="F6F6FA"/>
                          </a:solidFill>
                          <a:effectLst/>
                          <a:latin typeface="+mn-lt"/>
                          <a:ea typeface="+mn-ea"/>
                          <a:cs typeface="+mn-cs"/>
                        </a:rPr>
                        <a:t>25%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9622938"/>
                  </a:ext>
                </a:extLst>
              </a:tr>
              <a:tr h="187583">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50%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684986"/>
                  </a:ext>
                </a:extLst>
              </a:tr>
              <a:tr h="187583">
                <a:tc>
                  <a:txBody>
                    <a:bodyPr/>
                    <a:lstStyle/>
                    <a:p>
                      <a:pPr marL="0" marR="0" algn="ctr" defTabSz="914400" rtl="0" eaLnBrk="1" fontAlgn="b" latinLnBrk="0" hangingPunct="1">
                        <a:lnSpc>
                          <a:spcPct val="107000"/>
                        </a:lnSpc>
                        <a:spcBef>
                          <a:spcPts val="0"/>
                        </a:spcBef>
                        <a:spcAft>
                          <a:spcPts val="0"/>
                        </a:spcAft>
                      </a:pPr>
                      <a:r>
                        <a:rPr lang="en-US" sz="1200" b="1" kern="1200">
                          <a:solidFill>
                            <a:srgbClr val="F6F6FA"/>
                          </a:solidFill>
                          <a:effectLst/>
                          <a:latin typeface="+mn-lt"/>
                          <a:ea typeface="+mn-ea"/>
                          <a:cs typeface="+mn-cs"/>
                        </a:rPr>
                        <a:t>75%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2</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4</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19570995"/>
                  </a:ext>
                </a:extLst>
              </a:tr>
              <a:tr h="187583">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90%</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6</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7187962"/>
                  </a:ext>
                </a:extLst>
              </a:tr>
              <a:tr h="187583">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95%</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F6F6FA"/>
                          </a:solidFill>
                          <a:effectLst/>
                          <a:latin typeface="+mn-lt"/>
                          <a:ea typeface="+mn-ea"/>
                          <a:cs typeface="+mn-cs"/>
                        </a:rPr>
                        <a:t>11</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846609"/>
                  </a:ext>
                </a:extLst>
              </a:tr>
              <a:tr h="187583">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2E2E38"/>
                          </a:solidFill>
                          <a:effectLst/>
                          <a:latin typeface="+mn-lt"/>
                          <a:ea typeface="+mn-ea"/>
                          <a:cs typeface="+mn-cs"/>
                        </a:rPr>
                        <a:t>99%</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2E2E38"/>
                          </a:solidFill>
                          <a:effectLst/>
                          <a:latin typeface="+mn-lt"/>
                          <a:ea typeface="+mn-ea"/>
                          <a:cs typeface="+mn-cs"/>
                        </a:rPr>
                        <a:t>37</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defTabSz="914400" rtl="0" eaLnBrk="1" fontAlgn="b" latinLnBrk="0" hangingPunct="1">
                        <a:lnSpc>
                          <a:spcPct val="107000"/>
                        </a:lnSpc>
                        <a:spcBef>
                          <a:spcPts val="0"/>
                        </a:spcBef>
                        <a:spcAft>
                          <a:spcPts val="0"/>
                        </a:spcAft>
                      </a:pPr>
                      <a:r>
                        <a:rPr lang="en-US" sz="1200" b="1" kern="1200" dirty="0">
                          <a:solidFill>
                            <a:srgbClr val="2E2E38"/>
                          </a:solidFill>
                          <a:effectLst/>
                          <a:latin typeface="+mn-lt"/>
                          <a:ea typeface="+mn-ea"/>
                          <a:cs typeface="+mn-cs"/>
                        </a:rPr>
                        <a:t>18</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4282722417"/>
                  </a:ext>
                </a:extLst>
              </a:tr>
            </a:tbl>
          </a:graphicData>
        </a:graphic>
      </p:graphicFrame>
      <p:sp>
        <p:nvSpPr>
          <p:cNvPr id="10" name="TextBox 9">
            <a:extLst>
              <a:ext uri="{FF2B5EF4-FFF2-40B4-BE49-F238E27FC236}">
                <a16:creationId xmlns:a16="http://schemas.microsoft.com/office/drawing/2014/main" id="{57EC4428-4404-4768-BBE0-A1F25FB67570}"/>
              </a:ext>
            </a:extLst>
          </p:cNvPr>
          <p:cNvSpPr txBox="1"/>
          <p:nvPr/>
        </p:nvSpPr>
        <p:spPr>
          <a:xfrm>
            <a:off x="643610" y="5441545"/>
            <a:ext cx="3154680" cy="194185"/>
          </a:xfrm>
          <a:prstGeom prst="rect">
            <a:avLst/>
          </a:prstGeom>
          <a:noFill/>
        </p:spPr>
        <p:txBody>
          <a:bodyPr wrap="square" lIns="0" tIns="36576" rIns="0" bIns="0" rtlCol="0">
            <a:spAutoFit/>
          </a:bodyPr>
          <a:lstStyle/>
          <a:p>
            <a:pPr>
              <a:lnSpc>
                <a:spcPct val="85000"/>
              </a:lnSpc>
              <a:spcAft>
                <a:spcPts val="600"/>
              </a:spcAft>
              <a:buClr>
                <a:schemeClr val="accent2"/>
              </a:buClr>
              <a:buSzPct val="70000"/>
            </a:pPr>
            <a:r>
              <a:rPr lang="en-US" sz="1200" b="1" dirty="0"/>
              <a:t>Fitted distribution parameters</a:t>
            </a:r>
          </a:p>
        </p:txBody>
      </p:sp>
      <p:pic>
        <p:nvPicPr>
          <p:cNvPr id="11" name="Picture 10">
            <a:extLst>
              <a:ext uri="{FF2B5EF4-FFF2-40B4-BE49-F238E27FC236}">
                <a16:creationId xmlns:a16="http://schemas.microsoft.com/office/drawing/2014/main" id="{CB45117E-9E8D-4CDB-8C5C-1ED806E481E1}"/>
              </a:ext>
            </a:extLst>
          </p:cNvPr>
          <p:cNvPicPr>
            <a:picLocks noChangeAspect="1"/>
          </p:cNvPicPr>
          <p:nvPr/>
        </p:nvPicPr>
        <p:blipFill>
          <a:blip r:embed="rId3"/>
          <a:stretch>
            <a:fillRect/>
          </a:stretch>
        </p:blipFill>
        <p:spPr>
          <a:xfrm>
            <a:off x="609918" y="5675112"/>
            <a:ext cx="5190808" cy="485775"/>
          </a:xfrm>
          <a:prstGeom prst="rect">
            <a:avLst/>
          </a:prstGeom>
        </p:spPr>
      </p:pic>
    </p:spTree>
    <p:extLst>
      <p:ext uri="{BB962C8B-B14F-4D97-AF65-F5344CB8AC3E}">
        <p14:creationId xmlns:p14="http://schemas.microsoft.com/office/powerpoint/2010/main" val="335592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solidFill>
                  <a:srgbClr val="F6F6FA"/>
                </a:solidFill>
              </a:rPr>
              <a:t>Method C: upper-tail values in sum of squares of 3 PCs’ residuals</a:t>
            </a:r>
            <a:br>
              <a:rPr lang="en-US" dirty="0"/>
            </a:br>
            <a:endParaRPr lang="en-US" sz="2800" b="0" dirty="0"/>
          </a:p>
        </p:txBody>
      </p:sp>
      <p:sp>
        <p:nvSpPr>
          <p:cNvPr id="3" name="Rectangle 2"/>
          <p:cNvSpPr/>
          <p:nvPr/>
        </p:nvSpPr>
        <p:spPr>
          <a:xfrm>
            <a:off x="608543" y="1282382"/>
            <a:ext cx="10920383" cy="2308324"/>
          </a:xfrm>
          <a:prstGeom prst="rect">
            <a:avLst/>
          </a:prstGeom>
        </p:spPr>
        <p:txBody>
          <a:bodyPr wrap="square">
            <a:spAutoFit/>
          </a:bodyPr>
          <a:lstStyle/>
          <a:p>
            <a:pPr marL="342900" indent="-342900">
              <a:lnSpc>
                <a:spcPct val="200000"/>
              </a:lnSpc>
              <a:buFont typeface="+mj-lt"/>
              <a:buAutoNum type="arabicPeriod"/>
            </a:pPr>
            <a:endParaRPr lang="en-US" dirty="0"/>
          </a:p>
          <a:p>
            <a:pPr>
              <a:lnSpc>
                <a:spcPct val="200000"/>
              </a:lnSpc>
            </a:pPr>
            <a:endParaRPr lang="en-US" dirty="0"/>
          </a:p>
          <a:p>
            <a:pPr marL="342900" lvl="0" indent="-342900">
              <a:lnSpc>
                <a:spcPct val="200000"/>
              </a:lnSpc>
              <a:buFont typeface="+mj-lt"/>
              <a:buAutoNum type="arabicPeriod"/>
            </a:pPr>
            <a:endParaRPr lang="en-US" dirty="0"/>
          </a:p>
          <a:p>
            <a:pPr marL="342900" lvl="0" indent="-342900">
              <a:lnSpc>
                <a:spcPct val="200000"/>
              </a:lnSpc>
              <a:buFont typeface="+mj-lt"/>
              <a:buAutoNum type="arabicPeriod"/>
            </a:pPr>
            <a:endParaRPr lang="en-US" dirty="0"/>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83F320B2-5B8D-4ACE-A498-5406DEBE0BE0}"/>
                  </a:ext>
                </a:extLst>
              </p:cNvPr>
              <p:cNvSpPr/>
              <p:nvPr/>
            </p:nvSpPr>
            <p:spPr>
              <a:xfrm>
                <a:off x="533680" y="1242953"/>
                <a:ext cx="10920383" cy="2144177"/>
              </a:xfrm>
              <a:prstGeom prst="rect">
                <a:avLst/>
              </a:prstGeom>
            </p:spPr>
            <p:txBody>
              <a:bodyPr wrap="square">
                <a:spAutoFit/>
              </a:bodyPr>
              <a:lstStyle/>
              <a:p>
                <a:pPr marL="342900" indent="-342900">
                  <a:lnSpc>
                    <a:spcPts val="3200"/>
                  </a:lnSpc>
                  <a:buAutoNum type="arabicPeriod" startAt="5"/>
                </a:pPr>
                <a:r>
                  <a:rPr lang="en-US" dirty="0">
                    <a:solidFill>
                      <a:srgbClr val="F6F6FA"/>
                    </a:solidFill>
                  </a:rPr>
                  <a:t>  </a:t>
                </a:r>
                <a:r>
                  <a:rPr lang="en-US" dirty="0">
                    <a:solidFill>
                      <a:schemeClr val="bg2"/>
                    </a:solidFill>
                  </a:rPr>
                  <a:t>Outliers are observations in upper tail (&gt;95%) of distribution of sum of squared deviations of the first </a:t>
                </a:r>
                <a:r>
                  <a:rPr lang="en-US" i="1" dirty="0">
                    <a:solidFill>
                      <a:schemeClr val="bg2"/>
                    </a:solidFill>
                  </a:rPr>
                  <a:t>q=</a:t>
                </a:r>
                <a:r>
                  <a:rPr lang="en-US" dirty="0">
                    <a:solidFill>
                      <a:schemeClr val="bg2"/>
                    </a:solidFill>
                  </a:rPr>
                  <a:t>3 PCs’ residuals </a:t>
                </a:r>
                <a:r>
                  <a:rPr lang="en-US" dirty="0">
                    <a:solidFill>
                      <a:srgbClr val="F6F6FA"/>
                    </a:solidFill>
                  </a:rPr>
                  <a:t>(Rao, 1964):</a:t>
                </a:r>
              </a:p>
              <a:p>
                <a:pPr>
                  <a:lnSpc>
                    <a:spcPts val="3200"/>
                  </a:lnSpc>
                </a:pPr>
                <a14:m>
                  <m:oMathPara xmlns:m="http://schemas.openxmlformats.org/officeDocument/2006/math">
                    <m:oMathParaPr>
                      <m:jc m:val="center"/>
                    </m:oMathParaPr>
                    <m:oMath xmlns:m="http://schemas.openxmlformats.org/officeDocument/2006/math">
                      <m:nary>
                        <m:naryPr>
                          <m:chr m:val="∑"/>
                          <m:limLoc m:val="undOvr"/>
                          <m:ctrlPr>
                            <a:rPr lang="en-US" i="1">
                              <a:solidFill>
                                <a:srgbClr val="F6F6FA"/>
                              </a:solidFill>
                              <a:latin typeface="Cambria Math" panose="02040503050406030204" pitchFamily="18" charset="0"/>
                            </a:rPr>
                          </m:ctrlPr>
                        </m:naryPr>
                        <m:sub>
                          <m:r>
                            <a:rPr lang="en-US" i="1">
                              <a:solidFill>
                                <a:srgbClr val="F6F6FA"/>
                              </a:solidFill>
                              <a:latin typeface="Cambria Math" panose="02040503050406030204" pitchFamily="18" charset="0"/>
                            </a:rPr>
                            <m:t>𝑖</m:t>
                          </m:r>
                          <m:r>
                            <a:rPr lang="en-US" i="1">
                              <a:solidFill>
                                <a:srgbClr val="F6F6FA"/>
                              </a:solidFill>
                              <a:latin typeface="Cambria Math" panose="02040503050406030204" pitchFamily="18" charset="0"/>
                            </a:rPr>
                            <m:t>=</m:t>
                          </m:r>
                          <m:r>
                            <a:rPr lang="en-US" i="1">
                              <a:solidFill>
                                <a:srgbClr val="F6F6FA"/>
                              </a:solidFill>
                              <a:latin typeface="Cambria Math" panose="02040503050406030204" pitchFamily="18" charset="0"/>
                            </a:rPr>
                            <m:t>𝑝</m:t>
                          </m:r>
                          <m:r>
                            <a:rPr lang="en-US" i="1">
                              <a:solidFill>
                                <a:srgbClr val="F6F6FA"/>
                              </a:solidFill>
                              <a:latin typeface="Cambria Math" panose="02040503050406030204" pitchFamily="18" charset="0"/>
                            </a:rPr>
                            <m:t>−</m:t>
                          </m:r>
                          <m:r>
                            <a:rPr lang="en-US" i="1">
                              <a:solidFill>
                                <a:srgbClr val="F6F6FA"/>
                              </a:solidFill>
                              <a:latin typeface="Cambria Math" panose="02040503050406030204" pitchFamily="18" charset="0"/>
                            </a:rPr>
                            <m:t>𝑞</m:t>
                          </m:r>
                          <m:r>
                            <a:rPr lang="en-US" i="1">
                              <a:solidFill>
                                <a:srgbClr val="F6F6FA"/>
                              </a:solidFill>
                              <a:latin typeface="Cambria Math" panose="02040503050406030204" pitchFamily="18" charset="0"/>
                            </a:rPr>
                            <m:t>−1</m:t>
                          </m:r>
                        </m:sub>
                        <m:sup>
                          <m:r>
                            <a:rPr lang="en-US" i="1">
                              <a:solidFill>
                                <a:srgbClr val="F6F6FA"/>
                              </a:solidFill>
                              <a:latin typeface="Cambria Math" panose="02040503050406030204" pitchFamily="18" charset="0"/>
                            </a:rPr>
                            <m:t>𝑝</m:t>
                          </m:r>
                        </m:sup>
                        <m:e>
                          <m:sSup>
                            <m:sSupPr>
                              <m:ctrlPr>
                                <a:rPr lang="en-US" i="1">
                                  <a:solidFill>
                                    <a:srgbClr val="F6F6FA"/>
                                  </a:solidFill>
                                  <a:latin typeface="Cambria Math" panose="02040503050406030204" pitchFamily="18" charset="0"/>
                                </a:rPr>
                              </m:ctrlPr>
                            </m:sSupPr>
                            <m:e>
                              <m:d>
                                <m:dPr>
                                  <m:begChr m:val="["/>
                                  <m:endChr m:val="]"/>
                                  <m:ctrlPr>
                                    <a:rPr lang="en-US" i="1">
                                      <a:solidFill>
                                        <a:srgbClr val="F6F6FA"/>
                                      </a:solidFill>
                                      <a:latin typeface="Cambria Math" panose="02040503050406030204" pitchFamily="18" charset="0"/>
                                    </a:rPr>
                                  </m:ctrlPr>
                                </m:dPr>
                                <m:e>
                                  <m:sSub>
                                    <m:sSubPr>
                                      <m:ctrlPr>
                                        <a:rPr lang="en-US" i="1">
                                          <a:solidFill>
                                            <a:srgbClr val="F6F6FA"/>
                                          </a:solidFill>
                                          <a:latin typeface="Cambria Math" panose="02040503050406030204" pitchFamily="18" charset="0"/>
                                        </a:rPr>
                                      </m:ctrlPr>
                                    </m:sSubPr>
                                    <m:e>
                                      <m:r>
                                        <a:rPr lang="en-US" i="1">
                                          <a:solidFill>
                                            <a:srgbClr val="F6F6FA"/>
                                          </a:solidFill>
                                          <a:latin typeface="Cambria Math" panose="02040503050406030204" pitchFamily="18" charset="0"/>
                                        </a:rPr>
                                        <m:t>𝐼</m:t>
                                      </m:r>
                                      <m:r>
                                        <a:rPr lang="en-US" i="1">
                                          <a:solidFill>
                                            <a:srgbClr val="F6F6FA"/>
                                          </a:solidFill>
                                          <a:latin typeface="Cambria Math" panose="02040503050406030204" pitchFamily="18" charset="0"/>
                                        </a:rPr>
                                        <m:t>′</m:t>
                                      </m:r>
                                    </m:e>
                                    <m:sub>
                                      <m:r>
                                        <a:rPr lang="en-US" i="1">
                                          <a:solidFill>
                                            <a:srgbClr val="F6F6FA"/>
                                          </a:solidFill>
                                          <a:latin typeface="Cambria Math" panose="02040503050406030204" pitchFamily="18" charset="0"/>
                                        </a:rPr>
                                        <m:t>𝑖</m:t>
                                      </m:r>
                                    </m:sub>
                                  </m:sSub>
                                  <m:d>
                                    <m:dPr>
                                      <m:ctrlPr>
                                        <a:rPr lang="en-US" i="1">
                                          <a:solidFill>
                                            <a:srgbClr val="F6F6FA"/>
                                          </a:solidFill>
                                          <a:latin typeface="Cambria Math" panose="02040503050406030204" pitchFamily="18" charset="0"/>
                                        </a:rPr>
                                      </m:ctrlPr>
                                    </m:dPr>
                                    <m:e>
                                      <m:d>
                                        <m:dPr>
                                          <m:ctrlPr>
                                            <a:rPr lang="en-US" i="1">
                                              <a:solidFill>
                                                <a:srgbClr val="F6F6FA"/>
                                              </a:solidFill>
                                              <a:latin typeface="Cambria Math" panose="02040503050406030204" pitchFamily="18" charset="0"/>
                                            </a:rPr>
                                          </m:ctrlPr>
                                        </m:dPr>
                                        <m:e>
                                          <m:sSub>
                                            <m:sSubPr>
                                              <m:ctrlPr>
                                                <a:rPr lang="en-US" i="1">
                                                  <a:solidFill>
                                                    <a:srgbClr val="F6F6FA"/>
                                                  </a:solidFill>
                                                  <a:latin typeface="Cambria Math" panose="02040503050406030204" pitchFamily="18" charset="0"/>
                                                </a:rPr>
                                              </m:ctrlPr>
                                            </m:sSubPr>
                                            <m:e>
                                              <m:r>
                                                <a:rPr lang="en-US" i="1">
                                                  <a:solidFill>
                                                    <a:srgbClr val="F6F6FA"/>
                                                  </a:solidFill>
                                                  <a:latin typeface="Cambria Math" panose="02040503050406030204" pitchFamily="18" charset="0"/>
                                                </a:rPr>
                                                <m:t>𝑥</m:t>
                                              </m:r>
                                            </m:e>
                                            <m:sub>
                                              <m:r>
                                                <a:rPr lang="en-US" i="1">
                                                  <a:solidFill>
                                                    <a:srgbClr val="F6F6FA"/>
                                                  </a:solidFill>
                                                  <a:latin typeface="Cambria Math" panose="02040503050406030204" pitchFamily="18" charset="0"/>
                                                </a:rPr>
                                                <m:t>𝑗</m:t>
                                              </m:r>
                                            </m:sub>
                                          </m:sSub>
                                          <m:r>
                                            <a:rPr lang="en-US" i="1">
                                              <a:solidFill>
                                                <a:srgbClr val="F6F6FA"/>
                                              </a:solidFill>
                                              <a:latin typeface="Cambria Math" panose="02040503050406030204" pitchFamily="18" charset="0"/>
                                            </a:rPr>
                                            <m:t>−</m:t>
                                          </m:r>
                                          <m:acc>
                                            <m:accPr>
                                              <m:chr m:val="̅"/>
                                              <m:ctrlPr>
                                                <a:rPr lang="en-US" i="1">
                                                  <a:solidFill>
                                                    <a:srgbClr val="F6F6FA"/>
                                                  </a:solidFill>
                                                  <a:latin typeface="Cambria Math" panose="02040503050406030204" pitchFamily="18" charset="0"/>
                                                </a:rPr>
                                              </m:ctrlPr>
                                            </m:accPr>
                                            <m:e>
                                              <m:r>
                                                <a:rPr lang="en-US" i="1">
                                                  <a:solidFill>
                                                    <a:srgbClr val="F6F6FA"/>
                                                  </a:solidFill>
                                                  <a:latin typeface="Cambria Math" panose="02040503050406030204" pitchFamily="18" charset="0"/>
                                                </a:rPr>
                                                <m:t>𝑥</m:t>
                                              </m:r>
                                            </m:e>
                                          </m:acc>
                                        </m:e>
                                      </m:d>
                                    </m:e>
                                  </m:d>
                                </m:e>
                              </m:d>
                            </m:e>
                            <m:sup>
                              <m:r>
                                <a:rPr lang="en-US" i="1">
                                  <a:solidFill>
                                    <a:srgbClr val="F6F6FA"/>
                                  </a:solidFill>
                                  <a:latin typeface="Cambria Math" panose="02040503050406030204" pitchFamily="18" charset="0"/>
                                </a:rPr>
                                <m:t>2</m:t>
                              </m:r>
                            </m:sup>
                          </m:sSup>
                        </m:e>
                      </m:nary>
                    </m:oMath>
                  </m:oMathPara>
                </a14:m>
                <a:endParaRPr lang="en-US" dirty="0">
                  <a:solidFill>
                    <a:srgbClr val="F6F6FA"/>
                  </a:solidFill>
                </a:endParaRPr>
              </a:p>
              <a:p>
                <a:pPr>
                  <a:lnSpc>
                    <a:spcPts val="3200"/>
                  </a:lnSpc>
                </a:pPr>
                <a:r>
                  <a:rPr lang="en-US" dirty="0">
                    <a:solidFill>
                      <a:srgbClr val="F6F6FA"/>
                    </a:solidFill>
                  </a:rPr>
                  <a:t>   Example: C-outliers with sum of squared residuals more than 15.4 in cluster 103 in 2014 </a:t>
                </a:r>
              </a:p>
              <a:p>
                <a:pPr>
                  <a:lnSpc>
                    <a:spcPts val="3200"/>
                  </a:lnSpc>
                </a:pPr>
                <a:endParaRPr lang="en-US" dirty="0"/>
              </a:p>
            </p:txBody>
          </p:sp>
        </mc:Choice>
        <mc:Fallback xmlns="">
          <p:sp>
            <p:nvSpPr>
              <p:cNvPr id="4" name="Rectangle 3">
                <a:extLst>
                  <a:ext uri="{FF2B5EF4-FFF2-40B4-BE49-F238E27FC236}">
                    <a16:creationId xmlns:a16="http://schemas.microsoft.com/office/drawing/2014/main" id="{83F320B2-5B8D-4ACE-A498-5406DEBE0BE0}"/>
                  </a:ext>
                </a:extLst>
              </p:cNvPr>
              <p:cNvSpPr>
                <a:spLocks noRot="1" noChangeAspect="1" noMove="1" noResize="1" noEditPoints="1" noAdjustHandles="1" noChangeArrowheads="1" noChangeShapeType="1" noTextEdit="1"/>
              </p:cNvSpPr>
              <p:nvPr/>
            </p:nvSpPr>
            <p:spPr>
              <a:xfrm>
                <a:off x="533680" y="1242953"/>
                <a:ext cx="10920383" cy="2144177"/>
              </a:xfrm>
              <a:prstGeom prst="rect">
                <a:avLst/>
              </a:prstGeom>
              <a:blipFill>
                <a:blip r:embed="rId2"/>
                <a:stretch>
                  <a:fillRect l="-391" t="-16477" b="-26989"/>
                </a:stretch>
              </a:blipFill>
            </p:spPr>
            <p:txBody>
              <a:bodyPr/>
              <a:lstStyle/>
              <a:p>
                <a:r>
                  <a:rPr lang="en-US">
                    <a:noFill/>
                  </a:rPr>
                  <a:t> </a:t>
                </a:r>
              </a:p>
            </p:txBody>
          </p:sp>
        </mc:Fallback>
      </mc:AlternateContent>
      <p:graphicFrame>
        <p:nvGraphicFramePr>
          <p:cNvPr id="6" name="Table 5">
            <a:extLst>
              <a:ext uri="{FF2B5EF4-FFF2-40B4-BE49-F238E27FC236}">
                <a16:creationId xmlns:a16="http://schemas.microsoft.com/office/drawing/2014/main" id="{89B0CA21-3531-4945-A244-5E6FDFCDE21E}"/>
              </a:ext>
            </a:extLst>
          </p:cNvPr>
          <p:cNvGraphicFramePr>
            <a:graphicFrameLocks noGrp="1"/>
          </p:cNvGraphicFramePr>
          <p:nvPr>
            <p:extLst>
              <p:ext uri="{D42A27DB-BD31-4B8C-83A1-F6EECF244321}">
                <p14:modId xmlns:p14="http://schemas.microsoft.com/office/powerpoint/2010/main" val="477720924"/>
              </p:ext>
            </p:extLst>
          </p:nvPr>
        </p:nvGraphicFramePr>
        <p:xfrm>
          <a:off x="6068734" y="3156568"/>
          <a:ext cx="2814638" cy="2870141"/>
        </p:xfrm>
        <a:graphic>
          <a:graphicData uri="http://schemas.openxmlformats.org/drawingml/2006/table">
            <a:tbl>
              <a:tblPr firstRow="1" firstCol="1" bandRow="1">
                <a:tableStyleId>{5C22544A-7EE6-4342-B048-85BDC9FD1C3A}</a:tableStyleId>
              </a:tblPr>
              <a:tblGrid>
                <a:gridCol w="1150430">
                  <a:extLst>
                    <a:ext uri="{9D8B030D-6E8A-4147-A177-3AD203B41FA5}">
                      <a16:colId xmlns:a16="http://schemas.microsoft.com/office/drawing/2014/main" val="2166631083"/>
                    </a:ext>
                  </a:extLst>
                </a:gridCol>
                <a:gridCol w="1664208">
                  <a:extLst>
                    <a:ext uri="{9D8B030D-6E8A-4147-A177-3AD203B41FA5}">
                      <a16:colId xmlns:a16="http://schemas.microsoft.com/office/drawing/2014/main" val="154082487"/>
                    </a:ext>
                  </a:extLst>
                </a:gridCol>
              </a:tblGrid>
              <a:tr h="496703">
                <a:tc>
                  <a:txBody>
                    <a:bodyPr/>
                    <a:lstStyle/>
                    <a:p>
                      <a:pPr marL="0" marR="0" algn="ctr">
                        <a:lnSpc>
                          <a:spcPct val="107000"/>
                        </a:lnSpc>
                        <a:spcBef>
                          <a:spcPts val="0"/>
                        </a:spcBef>
                        <a:spcAft>
                          <a:spcPts val="0"/>
                        </a:spcAft>
                      </a:pPr>
                      <a:r>
                        <a:rPr lang="en-US" sz="1600" dirty="0">
                          <a:solidFill>
                            <a:srgbClr val="2E2E38"/>
                          </a:solidFill>
                          <a:effectLst/>
                        </a:rPr>
                        <a:t>Percentile</a:t>
                      </a:r>
                    </a:p>
                    <a:p>
                      <a:pPr marL="0" marR="0" algn="ctr">
                        <a:lnSpc>
                          <a:spcPct val="107000"/>
                        </a:lnSpc>
                        <a:spcBef>
                          <a:spcPts val="0"/>
                        </a:spcBef>
                        <a:spcAft>
                          <a:spcPts val="0"/>
                        </a:spcAft>
                      </a:pPr>
                      <a:endParaRPr lang="en-US" sz="1600" dirty="0">
                        <a:solidFill>
                          <a:srgbClr val="2E2E3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C4C4CD"/>
                    </a:solidFill>
                  </a:tcPr>
                </a:tc>
                <a:tc>
                  <a:txBody>
                    <a:bodyPr/>
                    <a:lstStyle/>
                    <a:p>
                      <a:pPr marL="0" marR="0" algn="ctr">
                        <a:lnSpc>
                          <a:spcPct val="107000"/>
                        </a:lnSpc>
                        <a:spcBef>
                          <a:spcPts val="0"/>
                        </a:spcBef>
                        <a:spcAft>
                          <a:spcPts val="0"/>
                        </a:spcAft>
                      </a:pPr>
                      <a:r>
                        <a:rPr lang="en-US" sz="1600" dirty="0">
                          <a:solidFill>
                            <a:srgbClr val="2E2E38"/>
                          </a:solidFill>
                          <a:effectLst/>
                        </a:rPr>
                        <a:t>Percentile actual value</a:t>
                      </a:r>
                      <a:endParaRPr lang="en-US" sz="1600" dirty="0">
                        <a:solidFill>
                          <a:srgbClr val="2E2E38"/>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rgbClr val="C4C4CD"/>
                    </a:solidFill>
                  </a:tcPr>
                </a:tc>
                <a:extLst>
                  <a:ext uri="{0D108BD9-81ED-4DB2-BD59-A6C34878D82A}">
                    <a16:rowId xmlns:a16="http://schemas.microsoft.com/office/drawing/2014/main" val="1974551717"/>
                  </a:ext>
                </a:extLst>
              </a:tr>
              <a:tr h="248352">
                <a:tc>
                  <a:txBody>
                    <a:bodyPr/>
                    <a:lstStyle/>
                    <a:p>
                      <a:pPr marL="0" marR="0" algn="ctr">
                        <a:lnSpc>
                          <a:spcPct val="107000"/>
                        </a:lnSpc>
                        <a:spcBef>
                          <a:spcPts val="0"/>
                        </a:spcBef>
                        <a:spcAft>
                          <a:spcPts val="0"/>
                        </a:spcAft>
                      </a:pPr>
                      <a:r>
                        <a:rPr lang="en-US" sz="1600" b="0" dirty="0">
                          <a:solidFill>
                            <a:srgbClr val="F6F6FA"/>
                          </a:solidFill>
                          <a:effectLst/>
                        </a:rPr>
                        <a:t>75%</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600" b="0" dirty="0">
                          <a:solidFill>
                            <a:srgbClr val="F6F6FA"/>
                          </a:solidFill>
                          <a:effectLst/>
                        </a:rPr>
                        <a:t>2.8</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1336991534"/>
                  </a:ext>
                </a:extLst>
              </a:tr>
              <a:tr h="248352">
                <a:tc>
                  <a:txBody>
                    <a:bodyPr/>
                    <a:lstStyle/>
                    <a:p>
                      <a:pPr marL="0" marR="0" algn="ctr">
                        <a:lnSpc>
                          <a:spcPct val="107000"/>
                        </a:lnSpc>
                        <a:spcBef>
                          <a:spcPts val="0"/>
                        </a:spcBef>
                        <a:spcAft>
                          <a:spcPts val="0"/>
                        </a:spcAft>
                      </a:pPr>
                      <a:r>
                        <a:rPr lang="en-US" sz="1600" b="0" dirty="0">
                          <a:solidFill>
                            <a:srgbClr val="F6F6FA"/>
                          </a:solidFill>
                          <a:effectLst/>
                        </a:rPr>
                        <a:t>90%</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600" b="0" dirty="0">
                          <a:solidFill>
                            <a:srgbClr val="F6F6FA"/>
                          </a:solidFill>
                          <a:effectLst/>
                        </a:rPr>
                        <a:t>8.8</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4028677051"/>
                  </a:ext>
                </a:extLst>
              </a:tr>
              <a:tr h="248352">
                <a:tc>
                  <a:txBody>
                    <a:bodyPr/>
                    <a:lstStyle/>
                    <a:p>
                      <a:pPr marL="0" marR="0" algn="ctr">
                        <a:lnSpc>
                          <a:spcPct val="107000"/>
                        </a:lnSpc>
                        <a:spcBef>
                          <a:spcPts val="0"/>
                        </a:spcBef>
                        <a:spcAft>
                          <a:spcPts val="0"/>
                        </a:spcAft>
                      </a:pPr>
                      <a:r>
                        <a:rPr lang="en-US" sz="1600" b="0" dirty="0">
                          <a:solidFill>
                            <a:srgbClr val="F6F6FA"/>
                          </a:solidFill>
                          <a:effectLst/>
                        </a:rPr>
                        <a:t>92%</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600" b="0" dirty="0">
                          <a:solidFill>
                            <a:srgbClr val="F6F6FA"/>
                          </a:solidFill>
                          <a:effectLst/>
                        </a:rPr>
                        <a:t>10.8</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2443050811"/>
                  </a:ext>
                </a:extLst>
              </a:tr>
              <a:tr h="248352">
                <a:tc>
                  <a:txBody>
                    <a:bodyPr/>
                    <a:lstStyle/>
                    <a:p>
                      <a:pPr marL="0" marR="0" algn="ctr">
                        <a:lnSpc>
                          <a:spcPct val="107000"/>
                        </a:lnSpc>
                        <a:spcBef>
                          <a:spcPts val="0"/>
                        </a:spcBef>
                        <a:spcAft>
                          <a:spcPts val="0"/>
                        </a:spcAft>
                      </a:pPr>
                      <a:r>
                        <a:rPr lang="en-US" sz="1600" b="0" dirty="0">
                          <a:solidFill>
                            <a:srgbClr val="F6F6FA"/>
                          </a:solidFill>
                          <a:effectLst/>
                        </a:rPr>
                        <a:t>94%</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600" b="0" dirty="0">
                          <a:solidFill>
                            <a:srgbClr val="F6F6FA"/>
                          </a:solidFill>
                          <a:effectLst/>
                        </a:rPr>
                        <a:t>14.1</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2008608647"/>
                  </a:ext>
                </a:extLst>
              </a:tr>
              <a:tr h="248352">
                <a:tc>
                  <a:txBody>
                    <a:bodyPr/>
                    <a:lstStyle/>
                    <a:p>
                      <a:pPr marL="0" marR="0" algn="ctr" defTabSz="914400" rtl="0" eaLnBrk="1" latinLnBrk="0" hangingPunct="1">
                        <a:lnSpc>
                          <a:spcPct val="107000"/>
                        </a:lnSpc>
                        <a:spcBef>
                          <a:spcPts val="0"/>
                        </a:spcBef>
                        <a:spcAft>
                          <a:spcPts val="0"/>
                        </a:spcAft>
                      </a:pPr>
                      <a:r>
                        <a:rPr lang="en-US" sz="1600" b="0" kern="1200" dirty="0">
                          <a:solidFill>
                            <a:srgbClr val="2E2E38"/>
                          </a:solidFill>
                          <a:effectLst/>
                          <a:latin typeface="+mn-lt"/>
                          <a:ea typeface="+mn-ea"/>
                          <a:cs typeface="+mn-cs"/>
                        </a:rPr>
                        <a:t>95%</a:t>
                      </a:r>
                    </a:p>
                  </a:txBody>
                  <a:tcPr marL="68580" marR="68580" marT="0" marB="0" anchor="b">
                    <a:solidFill>
                      <a:schemeClr val="bg2"/>
                    </a:solidFill>
                  </a:tcPr>
                </a:tc>
                <a:tc>
                  <a:txBody>
                    <a:bodyPr/>
                    <a:lstStyle/>
                    <a:p>
                      <a:pPr marL="0" marR="0" algn="r" defTabSz="914400" rtl="0" eaLnBrk="1" latinLnBrk="0" hangingPunct="1">
                        <a:lnSpc>
                          <a:spcPct val="107000"/>
                        </a:lnSpc>
                        <a:spcBef>
                          <a:spcPts val="0"/>
                        </a:spcBef>
                        <a:spcAft>
                          <a:spcPts val="0"/>
                        </a:spcAft>
                      </a:pPr>
                      <a:r>
                        <a:rPr lang="en-US" sz="1600" b="0" kern="1200" dirty="0">
                          <a:solidFill>
                            <a:srgbClr val="2E2E38"/>
                          </a:solidFill>
                          <a:effectLst/>
                          <a:latin typeface="+mn-lt"/>
                          <a:ea typeface="+mn-ea"/>
                          <a:cs typeface="+mn-cs"/>
                        </a:rPr>
                        <a:t>15.4</a:t>
                      </a:r>
                    </a:p>
                  </a:txBody>
                  <a:tcPr marL="68580" marR="68580" marT="0" marB="0" anchor="b">
                    <a:solidFill>
                      <a:schemeClr val="bg2"/>
                    </a:solidFill>
                  </a:tcPr>
                </a:tc>
                <a:extLst>
                  <a:ext uri="{0D108BD9-81ED-4DB2-BD59-A6C34878D82A}">
                    <a16:rowId xmlns:a16="http://schemas.microsoft.com/office/drawing/2014/main" val="185775643"/>
                  </a:ext>
                </a:extLst>
              </a:tr>
              <a:tr h="248352">
                <a:tc>
                  <a:txBody>
                    <a:bodyPr/>
                    <a:lstStyle/>
                    <a:p>
                      <a:pPr marL="0" marR="0" algn="ctr">
                        <a:lnSpc>
                          <a:spcPct val="107000"/>
                        </a:lnSpc>
                        <a:spcBef>
                          <a:spcPts val="0"/>
                        </a:spcBef>
                        <a:spcAft>
                          <a:spcPts val="0"/>
                        </a:spcAft>
                      </a:pPr>
                      <a:r>
                        <a:rPr lang="en-US" sz="1600" b="0" dirty="0">
                          <a:solidFill>
                            <a:srgbClr val="F6F6FA"/>
                          </a:solidFill>
                          <a:effectLst/>
                        </a:rPr>
                        <a:t>96%</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600" b="0" dirty="0">
                          <a:solidFill>
                            <a:srgbClr val="F6F6FA"/>
                          </a:solidFill>
                          <a:effectLst/>
                        </a:rPr>
                        <a:t>18.8</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3254670184"/>
                  </a:ext>
                </a:extLst>
              </a:tr>
              <a:tr h="248352">
                <a:tc>
                  <a:txBody>
                    <a:bodyPr/>
                    <a:lstStyle/>
                    <a:p>
                      <a:pPr marL="0" marR="0" algn="ctr">
                        <a:lnSpc>
                          <a:spcPct val="107000"/>
                        </a:lnSpc>
                        <a:spcBef>
                          <a:spcPts val="0"/>
                        </a:spcBef>
                        <a:spcAft>
                          <a:spcPts val="0"/>
                        </a:spcAft>
                      </a:pPr>
                      <a:r>
                        <a:rPr lang="en-US" sz="1600" b="0" dirty="0">
                          <a:solidFill>
                            <a:srgbClr val="F6F6FA"/>
                          </a:solidFill>
                          <a:effectLst/>
                        </a:rPr>
                        <a:t>97%</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600" b="0" dirty="0">
                          <a:solidFill>
                            <a:srgbClr val="F6F6FA"/>
                          </a:solidFill>
                          <a:effectLst/>
                        </a:rPr>
                        <a:t>21.3</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1043733400"/>
                  </a:ext>
                </a:extLst>
              </a:tr>
              <a:tr h="248352">
                <a:tc>
                  <a:txBody>
                    <a:bodyPr/>
                    <a:lstStyle/>
                    <a:p>
                      <a:pPr marL="0" marR="0" algn="ctr">
                        <a:lnSpc>
                          <a:spcPct val="107000"/>
                        </a:lnSpc>
                        <a:spcBef>
                          <a:spcPts val="0"/>
                        </a:spcBef>
                        <a:spcAft>
                          <a:spcPts val="0"/>
                        </a:spcAft>
                      </a:pPr>
                      <a:r>
                        <a:rPr lang="en-US" sz="1600" b="0" dirty="0">
                          <a:solidFill>
                            <a:srgbClr val="F6F6FA"/>
                          </a:solidFill>
                          <a:effectLst/>
                        </a:rPr>
                        <a:t>98%</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600" b="0" dirty="0">
                          <a:solidFill>
                            <a:srgbClr val="F6F6FA"/>
                          </a:solidFill>
                          <a:effectLst/>
                        </a:rPr>
                        <a:t>43.5</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2424052113"/>
                  </a:ext>
                </a:extLst>
              </a:tr>
              <a:tr h="248352">
                <a:tc>
                  <a:txBody>
                    <a:bodyPr/>
                    <a:lstStyle/>
                    <a:p>
                      <a:pPr marL="0" marR="0" algn="ctr">
                        <a:lnSpc>
                          <a:spcPct val="107000"/>
                        </a:lnSpc>
                        <a:spcBef>
                          <a:spcPts val="0"/>
                        </a:spcBef>
                        <a:spcAft>
                          <a:spcPts val="0"/>
                        </a:spcAft>
                      </a:pPr>
                      <a:r>
                        <a:rPr lang="en-US" sz="1600" b="0" dirty="0">
                          <a:solidFill>
                            <a:srgbClr val="F6F6FA"/>
                          </a:solidFill>
                          <a:effectLst/>
                        </a:rPr>
                        <a:t>99%</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tc>
                  <a:txBody>
                    <a:bodyPr/>
                    <a:lstStyle/>
                    <a:p>
                      <a:pPr marL="0" marR="0" algn="r">
                        <a:lnSpc>
                          <a:spcPct val="107000"/>
                        </a:lnSpc>
                        <a:spcBef>
                          <a:spcPts val="0"/>
                        </a:spcBef>
                        <a:spcAft>
                          <a:spcPts val="0"/>
                        </a:spcAft>
                      </a:pPr>
                      <a:r>
                        <a:rPr lang="en-US" sz="1600" b="0" dirty="0">
                          <a:solidFill>
                            <a:srgbClr val="F6F6FA"/>
                          </a:solidFill>
                          <a:effectLst/>
                        </a:rPr>
                        <a:t>69.6</a:t>
                      </a:r>
                      <a:endParaRPr lang="en-US" sz="1600" b="0" dirty="0">
                        <a:solidFill>
                          <a:srgbClr val="F6F6FA"/>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tx2"/>
                    </a:solidFill>
                  </a:tcPr>
                </a:tc>
                <a:extLst>
                  <a:ext uri="{0D108BD9-81ED-4DB2-BD59-A6C34878D82A}">
                    <a16:rowId xmlns:a16="http://schemas.microsoft.com/office/drawing/2014/main" val="3743398519"/>
                  </a:ext>
                </a:extLst>
              </a:tr>
            </a:tbl>
          </a:graphicData>
        </a:graphic>
      </p:graphicFrame>
      <p:pic>
        <p:nvPicPr>
          <p:cNvPr id="7" name="Picture 6">
            <a:extLst>
              <a:ext uri="{FF2B5EF4-FFF2-40B4-BE49-F238E27FC236}">
                <a16:creationId xmlns:a16="http://schemas.microsoft.com/office/drawing/2014/main" id="{D56E4A0D-05FE-45B1-905D-33030FEE29DD}"/>
              </a:ext>
            </a:extLst>
          </p:cNvPr>
          <p:cNvPicPr>
            <a:picLocks noChangeAspect="1"/>
          </p:cNvPicPr>
          <p:nvPr/>
        </p:nvPicPr>
        <p:blipFill>
          <a:blip r:embed="rId3"/>
          <a:stretch>
            <a:fillRect/>
          </a:stretch>
        </p:blipFill>
        <p:spPr>
          <a:xfrm>
            <a:off x="949681" y="3156567"/>
            <a:ext cx="2976860" cy="2888439"/>
          </a:xfrm>
          <a:prstGeom prst="rect">
            <a:avLst/>
          </a:prstGeom>
        </p:spPr>
      </p:pic>
    </p:spTree>
    <p:extLst>
      <p:ext uri="{BB962C8B-B14F-4D97-AF65-F5344CB8AC3E}">
        <p14:creationId xmlns:p14="http://schemas.microsoft.com/office/powerpoint/2010/main" val="2044789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6F6FA"/>
                </a:solidFill>
              </a:rPr>
              <a:t>Conclusion</a:t>
            </a:r>
            <a:endParaRPr lang="en-US" sz="2800" b="0" dirty="0">
              <a:solidFill>
                <a:srgbClr val="F6F6FA"/>
              </a:solidFill>
            </a:endParaRPr>
          </a:p>
        </p:txBody>
      </p:sp>
      <p:sp>
        <p:nvSpPr>
          <p:cNvPr id="3" name="Rectangle 2"/>
          <p:cNvSpPr/>
          <p:nvPr/>
        </p:nvSpPr>
        <p:spPr>
          <a:xfrm>
            <a:off x="608543" y="1282382"/>
            <a:ext cx="10920383" cy="2308324"/>
          </a:xfrm>
          <a:prstGeom prst="rect">
            <a:avLst/>
          </a:prstGeom>
        </p:spPr>
        <p:txBody>
          <a:bodyPr wrap="square">
            <a:spAutoFit/>
          </a:bodyPr>
          <a:lstStyle/>
          <a:p>
            <a:pPr marL="342900" indent="-342900">
              <a:lnSpc>
                <a:spcPct val="200000"/>
              </a:lnSpc>
              <a:buFont typeface="+mj-lt"/>
              <a:buAutoNum type="arabicPeriod"/>
            </a:pPr>
            <a:endParaRPr lang="en-US" dirty="0"/>
          </a:p>
          <a:p>
            <a:pPr>
              <a:lnSpc>
                <a:spcPct val="200000"/>
              </a:lnSpc>
            </a:pPr>
            <a:endParaRPr lang="en-US" dirty="0"/>
          </a:p>
          <a:p>
            <a:pPr marL="342900" lvl="0" indent="-342900">
              <a:lnSpc>
                <a:spcPct val="200000"/>
              </a:lnSpc>
              <a:buFont typeface="+mj-lt"/>
              <a:buAutoNum type="arabicPeriod"/>
            </a:pPr>
            <a:endParaRPr lang="en-US" dirty="0"/>
          </a:p>
          <a:p>
            <a:pPr marL="342900" lvl="0" indent="-342900">
              <a:lnSpc>
                <a:spcPct val="200000"/>
              </a:lnSpc>
              <a:buFont typeface="+mj-lt"/>
              <a:buAutoNum type="arabicPeriod"/>
            </a:pPr>
            <a:endParaRPr lang="en-US" dirty="0"/>
          </a:p>
        </p:txBody>
      </p:sp>
      <p:sp>
        <p:nvSpPr>
          <p:cNvPr id="4" name="Rectangle 3">
            <a:extLst>
              <a:ext uri="{FF2B5EF4-FFF2-40B4-BE49-F238E27FC236}">
                <a16:creationId xmlns:a16="http://schemas.microsoft.com/office/drawing/2014/main" id="{83F320B2-5B8D-4ACE-A498-5406DEBE0BE0}"/>
              </a:ext>
            </a:extLst>
          </p:cNvPr>
          <p:cNvSpPr/>
          <p:nvPr/>
        </p:nvSpPr>
        <p:spPr>
          <a:xfrm>
            <a:off x="474173" y="1062000"/>
            <a:ext cx="11054753" cy="5539978"/>
          </a:xfrm>
          <a:prstGeom prst="rect">
            <a:avLst/>
          </a:prstGeom>
        </p:spPr>
        <p:txBody>
          <a:bodyPr wrap="square">
            <a:spAutoFit/>
          </a:bodyPr>
          <a:lstStyle/>
          <a:p>
            <a:pPr marL="457200" indent="-457200">
              <a:lnSpc>
                <a:spcPct val="150000"/>
              </a:lnSpc>
              <a:buAutoNum type="arabicPeriod"/>
            </a:pPr>
            <a:r>
              <a:rPr lang="en-US" sz="2400" dirty="0">
                <a:solidFill>
                  <a:schemeClr val="bg2"/>
                </a:solidFill>
              </a:rPr>
              <a:t>Leading PCs applied to network clusters have sufficient information content:</a:t>
            </a:r>
          </a:p>
          <a:p>
            <a:pPr marL="1257300" lvl="2" indent="-342900">
              <a:lnSpc>
                <a:spcPct val="150000"/>
              </a:lnSpc>
              <a:buClr>
                <a:schemeClr val="bg2"/>
              </a:buClr>
              <a:buFont typeface="Arial" panose="020B0604020202020204" pitchFamily="34" charset="0"/>
              <a:buChar char="►"/>
            </a:pPr>
            <a:r>
              <a:rPr lang="en-US" sz="2400" dirty="0">
                <a:solidFill>
                  <a:srgbClr val="F6F6FA"/>
                </a:solidFill>
              </a:rPr>
              <a:t> 3 first PCs  explain 85%-96% of data variation</a:t>
            </a:r>
          </a:p>
          <a:p>
            <a:pPr marL="457200" indent="-457200">
              <a:lnSpc>
                <a:spcPct val="150000"/>
              </a:lnSpc>
              <a:buFont typeface="+mj-lt"/>
              <a:buAutoNum type="arabicPeriod" startAt="2"/>
            </a:pPr>
            <a:r>
              <a:rPr lang="en-US" sz="2400" dirty="0">
                <a:solidFill>
                  <a:schemeClr val="bg2"/>
                </a:solidFill>
              </a:rPr>
              <a:t>Methods B and C are operationally preferred to A:</a:t>
            </a:r>
          </a:p>
          <a:p>
            <a:pPr marL="1257300" lvl="2" indent="-342900">
              <a:lnSpc>
                <a:spcPct val="150000"/>
              </a:lnSpc>
              <a:buClr>
                <a:schemeClr val="bg2"/>
              </a:buClr>
              <a:buFont typeface="Arial" panose="020B0604020202020204" pitchFamily="34" charset="0"/>
              <a:buChar char="►"/>
            </a:pPr>
            <a:r>
              <a:rPr lang="en-US" sz="2400" dirty="0">
                <a:solidFill>
                  <a:srgbClr val="F6F6FA"/>
                </a:solidFill>
              </a:rPr>
              <a:t>Combine all PCs’ projections in one metric</a:t>
            </a:r>
          </a:p>
          <a:p>
            <a:pPr marL="1257300" lvl="2" indent="-342900">
              <a:lnSpc>
                <a:spcPct val="150000"/>
              </a:lnSpc>
              <a:buClr>
                <a:schemeClr val="bg2"/>
              </a:buClr>
              <a:buFont typeface="Arial" panose="020B0604020202020204" pitchFamily="34" charset="0"/>
              <a:buChar char="►"/>
            </a:pPr>
            <a:r>
              <a:rPr lang="en-US" sz="2400" dirty="0">
                <a:solidFill>
                  <a:srgbClr val="F6F6FA"/>
                </a:solidFill>
              </a:rPr>
              <a:t>Allow using all PCs to reduce information shrinkage 		</a:t>
            </a:r>
          </a:p>
          <a:p>
            <a:pPr marL="457200" indent="-457200">
              <a:lnSpc>
                <a:spcPct val="150000"/>
              </a:lnSpc>
              <a:buFont typeface="+mj-lt"/>
              <a:buAutoNum type="arabicPeriod" startAt="3"/>
            </a:pPr>
            <a:r>
              <a:rPr lang="en-US" sz="2400" dirty="0">
                <a:solidFill>
                  <a:schemeClr val="bg2"/>
                </a:solidFill>
              </a:rPr>
              <a:t>All methods produce overlapping lists of outliers:</a:t>
            </a:r>
          </a:p>
          <a:p>
            <a:pPr marL="1257300" lvl="2" indent="-342900">
              <a:lnSpc>
                <a:spcPct val="150000"/>
              </a:lnSpc>
              <a:buClr>
                <a:schemeClr val="bg2"/>
              </a:buClr>
              <a:buFont typeface="Arial" panose="020B0604020202020204" pitchFamily="34" charset="0"/>
              <a:buChar char="►"/>
            </a:pPr>
            <a:r>
              <a:rPr lang="en-US" sz="2400" dirty="0">
                <a:solidFill>
                  <a:srgbClr val="F6F6FA"/>
                </a:solidFill>
              </a:rPr>
              <a:t>B-outliers: 3-8 out of 365 observations</a:t>
            </a:r>
          </a:p>
          <a:p>
            <a:pPr marL="1257300" lvl="2" indent="-342900">
              <a:lnSpc>
                <a:spcPct val="150000"/>
              </a:lnSpc>
              <a:buClr>
                <a:schemeClr val="bg2"/>
              </a:buClr>
              <a:buFont typeface="Arial" panose="020B0604020202020204" pitchFamily="34" charset="0"/>
              <a:buChar char="►"/>
            </a:pPr>
            <a:r>
              <a:rPr lang="en-US" sz="2400" dirty="0">
                <a:solidFill>
                  <a:srgbClr val="F6F6FA"/>
                </a:solidFill>
              </a:rPr>
              <a:t>C-outliers: 8-16 out of 365 observations</a:t>
            </a:r>
          </a:p>
          <a:p>
            <a:pPr marL="1257300" lvl="2" indent="-342900">
              <a:lnSpc>
                <a:spcPct val="150000"/>
              </a:lnSpc>
              <a:buClr>
                <a:schemeClr val="bg2"/>
              </a:buClr>
              <a:buFont typeface="Arial" panose="020B0604020202020204" pitchFamily="34" charset="0"/>
              <a:buChar char="►"/>
            </a:pPr>
            <a:r>
              <a:rPr lang="en-US" sz="2400" dirty="0">
                <a:solidFill>
                  <a:srgbClr val="F6F6FA"/>
                </a:solidFill>
              </a:rPr>
              <a:t>A-outliers: 15-39 out of 365 observations</a:t>
            </a:r>
          </a:p>
          <a:p>
            <a:pPr>
              <a:lnSpc>
                <a:spcPct val="150000"/>
              </a:lnSpc>
            </a:pPr>
            <a:r>
              <a:rPr lang="en-US" sz="2000" dirty="0"/>
              <a:t>	</a:t>
            </a:r>
          </a:p>
        </p:txBody>
      </p:sp>
    </p:spTree>
    <p:extLst>
      <p:ext uri="{BB962C8B-B14F-4D97-AF65-F5344CB8AC3E}">
        <p14:creationId xmlns:p14="http://schemas.microsoft.com/office/powerpoint/2010/main" val="774604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6F6FA"/>
                </a:solidFill>
              </a:rPr>
              <a:t>References</a:t>
            </a:r>
            <a:r>
              <a:rPr lang="en-US" dirty="0"/>
              <a:t> </a:t>
            </a:r>
            <a:endParaRPr lang="en-US" sz="2800" b="0" dirty="0"/>
          </a:p>
        </p:txBody>
      </p:sp>
      <p:sp>
        <p:nvSpPr>
          <p:cNvPr id="4" name="AutoShape 2" descr="{\displaystyle \mathrm {TPR} ={\frac {\mathrm {TP} }{P}}={\frac {\mathrm {TP} }{\mathrm {TP} +\mathrm {FN} }}}"/>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isplaystyle \mathrm {TPR} ={\frac {\mathrm {TP} }{P}}={\frac {\mathrm {TP} }{\mathrm {TP} +\mathrm {FN} }}}"/>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E655C2FF-7297-4CD8-A320-B1AFB1CABE35}"/>
              </a:ext>
            </a:extLst>
          </p:cNvPr>
          <p:cNvSpPr/>
          <p:nvPr/>
        </p:nvSpPr>
        <p:spPr>
          <a:xfrm>
            <a:off x="520700" y="1746199"/>
            <a:ext cx="11067733" cy="2628412"/>
          </a:xfrm>
          <a:prstGeom prst="rect">
            <a:avLst/>
          </a:prstGeom>
        </p:spPr>
        <p:txBody>
          <a:bodyPr wrap="square">
            <a:spAutoFit/>
          </a:bodyPr>
          <a:lstStyle/>
          <a:p>
            <a:pPr marL="457200" marR="0" lvl="0" indent="-457200">
              <a:lnSpc>
                <a:spcPct val="107000"/>
              </a:lnSpc>
              <a:spcBef>
                <a:spcPts val="0"/>
              </a:spcBef>
              <a:spcAft>
                <a:spcPts val="600"/>
              </a:spcAft>
              <a:buFont typeface="+mj-lt"/>
              <a:buAutoNum type="arabicPeriod"/>
            </a:pPr>
            <a:r>
              <a:rPr lang="en-US" sz="2000" dirty="0">
                <a:solidFill>
                  <a:srgbClr val="F6F6FA"/>
                </a:solidFill>
                <a:ea typeface="Calibri" panose="020F0502020204030204" pitchFamily="34" charset="0"/>
                <a:cs typeface="Times New Roman" panose="02020603050405020304" pitchFamily="18" charset="0"/>
              </a:rPr>
              <a:t>Barnet, V., Lewis, T., (1984) “Outliers in statistical data,” second edition, Wiley, London</a:t>
            </a:r>
          </a:p>
          <a:p>
            <a:pPr marL="457200" marR="0" lvl="0" indent="-457200">
              <a:lnSpc>
                <a:spcPct val="107000"/>
              </a:lnSpc>
              <a:spcBef>
                <a:spcPts val="0"/>
              </a:spcBef>
              <a:spcAft>
                <a:spcPts val="600"/>
              </a:spcAft>
              <a:buFont typeface="+mj-lt"/>
              <a:buAutoNum type="arabicPeriod"/>
            </a:pPr>
            <a:r>
              <a:rPr lang="en-US" sz="2000" dirty="0" err="1">
                <a:solidFill>
                  <a:srgbClr val="F6F6FA"/>
                </a:solidFill>
                <a:ea typeface="Calibri" panose="020F0502020204030204" pitchFamily="34" charset="0"/>
                <a:cs typeface="Times New Roman" panose="02020603050405020304" pitchFamily="18" charset="0"/>
              </a:rPr>
              <a:t>Gnanadesikan</a:t>
            </a:r>
            <a:r>
              <a:rPr lang="en-US" sz="2000" dirty="0">
                <a:solidFill>
                  <a:srgbClr val="F6F6FA"/>
                </a:solidFill>
                <a:ea typeface="Calibri" panose="020F0502020204030204" pitchFamily="34" charset="0"/>
                <a:cs typeface="Times New Roman" panose="02020603050405020304" pitchFamily="18" charset="0"/>
              </a:rPr>
              <a:t>, R., </a:t>
            </a:r>
            <a:r>
              <a:rPr lang="en-US" sz="2000" dirty="0" err="1">
                <a:solidFill>
                  <a:srgbClr val="F6F6FA"/>
                </a:solidFill>
                <a:ea typeface="Calibri" panose="020F0502020204030204" pitchFamily="34" charset="0"/>
                <a:cs typeface="Times New Roman" panose="02020603050405020304" pitchFamily="18" charset="0"/>
              </a:rPr>
              <a:t>Kittering</a:t>
            </a:r>
            <a:r>
              <a:rPr lang="en-US" sz="2000" dirty="0">
                <a:solidFill>
                  <a:srgbClr val="F6F6FA"/>
                </a:solidFill>
                <a:ea typeface="Calibri" panose="020F0502020204030204" pitchFamily="34" charset="0"/>
                <a:cs typeface="Times New Roman" panose="02020603050405020304" pitchFamily="18" charset="0"/>
              </a:rPr>
              <a:t>, J.R., (1972) “Robust estimates, residuals, and outlier detection with multi-response data,” Biometrics, 28, 81-124</a:t>
            </a:r>
          </a:p>
          <a:p>
            <a:pPr marL="457200" marR="0" lvl="0" indent="-457200">
              <a:lnSpc>
                <a:spcPct val="107000"/>
              </a:lnSpc>
              <a:spcBef>
                <a:spcPts val="0"/>
              </a:spcBef>
              <a:spcAft>
                <a:spcPts val="600"/>
              </a:spcAft>
              <a:buFont typeface="+mj-lt"/>
              <a:buAutoNum type="arabicPeriod"/>
            </a:pPr>
            <a:r>
              <a:rPr lang="en-US" sz="2000" dirty="0" err="1">
                <a:solidFill>
                  <a:srgbClr val="F6F6FA"/>
                </a:solidFill>
                <a:ea typeface="Calibri" panose="020F0502020204030204" pitchFamily="34" charset="0"/>
                <a:cs typeface="Times New Roman" panose="02020603050405020304" pitchFamily="18" charset="0"/>
              </a:rPr>
              <a:t>Gnanadesikan</a:t>
            </a:r>
            <a:r>
              <a:rPr lang="en-US" sz="2000" dirty="0">
                <a:solidFill>
                  <a:srgbClr val="F6F6FA"/>
                </a:solidFill>
                <a:ea typeface="Calibri" panose="020F0502020204030204" pitchFamily="34" charset="0"/>
                <a:cs typeface="Times New Roman" panose="02020603050405020304" pitchFamily="18" charset="0"/>
              </a:rPr>
              <a:t>, R., (1977) “Methods for Statistical Data Analysis of Multivariate Observations,” Wiley, New York.</a:t>
            </a:r>
          </a:p>
          <a:p>
            <a:pPr marL="457200" marR="0" lvl="0" indent="-457200">
              <a:lnSpc>
                <a:spcPct val="107000"/>
              </a:lnSpc>
              <a:spcBef>
                <a:spcPts val="0"/>
              </a:spcBef>
              <a:spcAft>
                <a:spcPts val="600"/>
              </a:spcAft>
              <a:buFont typeface="+mj-lt"/>
              <a:buAutoNum type="arabicPeriod"/>
            </a:pPr>
            <a:r>
              <a:rPr lang="en-US" sz="2000" dirty="0">
                <a:solidFill>
                  <a:srgbClr val="F6F6FA"/>
                </a:solidFill>
                <a:ea typeface="Calibri" panose="020F0502020204030204" pitchFamily="34" charset="0"/>
                <a:cs typeface="Times New Roman" panose="02020603050405020304" pitchFamily="18" charset="0"/>
              </a:rPr>
              <a:t>Rao, C.R. (1964), “The use and interpretation of principal component analysis in applied research,” </a:t>
            </a:r>
            <a:r>
              <a:rPr lang="en-US" sz="2000" dirty="0" err="1">
                <a:solidFill>
                  <a:srgbClr val="F6F6FA"/>
                </a:solidFill>
                <a:ea typeface="Calibri" panose="020F0502020204030204" pitchFamily="34" charset="0"/>
                <a:cs typeface="Times New Roman" panose="02020603050405020304" pitchFamily="18" charset="0"/>
              </a:rPr>
              <a:t>Sankhya</a:t>
            </a:r>
            <a:r>
              <a:rPr lang="en-US" sz="2000" dirty="0">
                <a:solidFill>
                  <a:srgbClr val="F6F6FA"/>
                </a:solidFill>
                <a:ea typeface="Calibri" panose="020F0502020204030204" pitchFamily="34" charset="0"/>
                <a:cs typeface="Times New Roman" panose="02020603050405020304" pitchFamily="18" charset="0"/>
              </a:rPr>
              <a:t>, A, 26</a:t>
            </a:r>
          </a:p>
        </p:txBody>
      </p:sp>
    </p:spTree>
    <p:extLst>
      <p:ext uri="{BB962C8B-B14F-4D97-AF65-F5344CB8AC3E}">
        <p14:creationId xmlns:p14="http://schemas.microsoft.com/office/powerpoint/2010/main" val="36894540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9320770-5694-4519-814F-744115260992}"/>
              </a:ext>
            </a:extLst>
          </p:cNvPr>
          <p:cNvSpPr txBox="1"/>
          <p:nvPr/>
        </p:nvSpPr>
        <p:spPr>
          <a:xfrm>
            <a:off x="607798" y="719139"/>
            <a:ext cx="2902019" cy="4792081"/>
          </a:xfrm>
          <a:prstGeom prst="rect">
            <a:avLst/>
          </a:prstGeom>
          <a:noFill/>
        </p:spPr>
        <p:txBody>
          <a:bodyPr wrap="square" lIns="0" tIns="36576" rIns="0" bIns="0" rtlCol="0">
            <a:spAutoFit/>
          </a:bodyPr>
          <a:lstStyle/>
          <a:p>
            <a:pPr marL="0" marR="0" lvl="0" indent="0" defTabSz="914400" eaLnBrk="1" fontAlgn="auto" latinLnBrk="0" hangingPunct="1">
              <a:lnSpc>
                <a:spcPct val="100000"/>
              </a:lnSpc>
              <a:spcBef>
                <a:spcPts val="0"/>
              </a:spcBef>
              <a:spcAft>
                <a:spcPts val="600"/>
              </a:spcAft>
              <a:buClr>
                <a:srgbClr val="FFD200"/>
              </a:buClr>
              <a:buSzPct val="70000"/>
              <a:buFontTx/>
              <a:buNone/>
              <a:tabLst/>
              <a:defRPr/>
            </a:pPr>
            <a:r>
              <a:rPr kumimoji="0" lang="en-US" sz="800" b="1" i="0" u="none" strike="noStrike" kern="0" cap="none" spc="0" normalizeH="0" baseline="0" noProof="0" dirty="0">
                <a:ln>
                  <a:noFill/>
                </a:ln>
                <a:solidFill>
                  <a:srgbClr val="F6F6FA"/>
                </a:solidFill>
                <a:effectLst/>
                <a:uLnTx/>
                <a:uFillTx/>
              </a:rPr>
              <a:t>EY </a:t>
            </a:r>
            <a:r>
              <a:rPr kumimoji="0" lang="en-US" sz="800" b="0" i="0" u="none" strike="noStrike" kern="0" cap="none" spc="0" normalizeH="0" baseline="0" noProof="0" dirty="0">
                <a:ln>
                  <a:noFill/>
                </a:ln>
                <a:solidFill>
                  <a:srgbClr val="F6F6FA"/>
                </a:solidFill>
                <a:effectLst/>
                <a:uLnTx/>
                <a:uFillTx/>
              </a:rPr>
              <a:t> </a:t>
            </a:r>
            <a:r>
              <a:rPr kumimoji="0" lang="en-US" sz="800" b="0" i="0" u="none" strike="noStrike" kern="0" cap="none" spc="0" normalizeH="0" baseline="0" noProof="0" dirty="0">
                <a:ln>
                  <a:noFill/>
                </a:ln>
                <a:solidFill>
                  <a:srgbClr val="F6F6FA"/>
                </a:solidFill>
                <a:effectLst/>
                <a:uLnTx/>
                <a:uFillTx/>
                <a:cs typeface="Arial"/>
              </a:rPr>
              <a:t>|  Assurance | Tax | Transactions | Advisory</a:t>
            </a:r>
          </a:p>
          <a:p>
            <a:pPr marL="0" marR="0" lvl="0" indent="0" defTabSz="914400" eaLnBrk="1" fontAlgn="auto" latinLnBrk="0" hangingPunct="1">
              <a:lnSpc>
                <a:spcPct val="100000"/>
              </a:lnSpc>
              <a:spcBef>
                <a:spcPts val="0"/>
              </a:spcBef>
              <a:buClr>
                <a:srgbClr val="FFD200"/>
              </a:buClr>
              <a:buSzPct val="70000"/>
              <a:buFontTx/>
              <a:buNone/>
              <a:tabLst/>
              <a:defRPr/>
            </a:pPr>
            <a:endParaRPr kumimoji="0" lang="en-US" sz="800" b="0" i="0" u="none" strike="noStrike" kern="0" cap="none" spc="0" normalizeH="0" baseline="0" noProof="0" dirty="0">
              <a:ln>
                <a:noFill/>
              </a:ln>
              <a:solidFill>
                <a:srgbClr val="F6F6FA"/>
              </a:solidFill>
              <a:effectLst/>
              <a:uLnTx/>
              <a:uFillTx/>
              <a:cs typeface="Arial"/>
            </a:endParaRPr>
          </a:p>
          <a:p>
            <a:pPr marL="0" marR="0" lvl="0" indent="0" defTabSz="914400" eaLnBrk="1" fontAlgn="auto" latinLnBrk="0" hangingPunct="1">
              <a:lnSpc>
                <a:spcPct val="100000"/>
              </a:lnSpc>
              <a:spcBef>
                <a:spcPts val="0"/>
              </a:spcBef>
              <a:spcAft>
                <a:spcPts val="0"/>
              </a:spcAft>
              <a:buClr>
                <a:srgbClr val="FFD200"/>
              </a:buClr>
              <a:buSzPct val="70000"/>
              <a:buFontTx/>
              <a:buNone/>
              <a:tabLst/>
              <a:defRPr/>
            </a:pPr>
            <a:r>
              <a:rPr kumimoji="0" lang="en-IN" sz="800" b="1" i="0" u="none" strike="noStrike" kern="0" cap="none" spc="0" normalizeH="0" baseline="0" noProof="0" dirty="0">
                <a:ln>
                  <a:noFill/>
                </a:ln>
                <a:solidFill>
                  <a:srgbClr val="F6F6FA"/>
                </a:solidFill>
                <a:effectLst/>
                <a:uLnTx/>
                <a:uFillTx/>
              </a:rPr>
              <a:t>About EY</a:t>
            </a:r>
          </a:p>
          <a:p>
            <a:pPr lvl="0">
              <a:buClr>
                <a:srgbClr val="FFD200"/>
              </a:buClr>
              <a:buSzPct val="70000"/>
              <a:defRPr/>
            </a:pPr>
            <a:r>
              <a:rPr lang="en-AU" sz="800" kern="0" dirty="0">
                <a:solidFill>
                  <a:srgbClr val="F6F6FA"/>
                </a:solidFill>
              </a:rPr>
              <a:t>EY is a global leader in assurance, tax, transaction and advisory services. The insights and quality services we deliver help build trust and confidence in the capital markets and in economies the world over. We develop outstanding leaders who team to deliver on our promises to all of our stakeholders. In so doing, we play a critical role in building a better working world for our people, for our clients and for our communities.</a:t>
            </a:r>
          </a:p>
          <a:p>
            <a:pPr lvl="0">
              <a:buClr>
                <a:srgbClr val="FFD200"/>
              </a:buClr>
              <a:buSzPct val="70000"/>
              <a:defRPr/>
            </a:pPr>
            <a:endParaRPr lang="en-AU" sz="800" kern="0" dirty="0">
              <a:solidFill>
                <a:srgbClr val="F6F6FA"/>
              </a:solidFill>
            </a:endParaRPr>
          </a:p>
          <a:p>
            <a:pPr lvl="0">
              <a:buClr>
                <a:srgbClr val="FFD200"/>
              </a:buClr>
              <a:buSzPct val="70000"/>
              <a:defRPr/>
            </a:pPr>
            <a:r>
              <a:rPr lang="en-AU" sz="800" kern="0" dirty="0">
                <a:solidFill>
                  <a:srgbClr val="F6F6FA"/>
                </a:solidFill>
              </a:rPr>
              <a:t>EY refers to the global organization,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is available via ey.com/privacy. For more information about our organization, please visit ey.com.</a:t>
            </a:r>
          </a:p>
          <a:p>
            <a:pPr lvl="0">
              <a:buClr>
                <a:srgbClr val="FFD200"/>
              </a:buClr>
              <a:buSzPct val="70000"/>
              <a:defRPr/>
            </a:pPr>
            <a:endParaRPr lang="en-AU" sz="800" kern="0" dirty="0">
              <a:solidFill>
                <a:srgbClr val="F6F6FA"/>
              </a:solidFill>
            </a:endParaRPr>
          </a:p>
          <a:p>
            <a:pPr lvl="0">
              <a:buClr>
                <a:srgbClr val="FFD200"/>
              </a:buClr>
              <a:buSzPct val="70000"/>
              <a:defRPr/>
            </a:pPr>
            <a:r>
              <a:rPr lang="en-IN" sz="800" kern="0" dirty="0">
                <a:solidFill>
                  <a:srgbClr val="F6F6FA"/>
                </a:solidFill>
              </a:rPr>
              <a:t>Ernst &amp; Young LLP is a client-serving member firm of Ernst &amp; Young Global Limited operating in the US. </a:t>
            </a:r>
            <a:endParaRPr lang="en-AU" sz="800" kern="0" dirty="0">
              <a:solidFill>
                <a:srgbClr val="F6F6FA"/>
              </a:solidFill>
            </a:endParaRPr>
          </a:p>
          <a:p>
            <a:pPr lvl="0">
              <a:buClr>
                <a:srgbClr val="FFD200"/>
              </a:buClr>
              <a:buSzPct val="70000"/>
              <a:defRPr/>
            </a:pPr>
            <a:endParaRPr lang="en-IN" sz="800" kern="0" dirty="0">
              <a:solidFill>
                <a:srgbClr val="F6F6FA"/>
              </a:solidFill>
            </a:endParaRPr>
          </a:p>
          <a:p>
            <a:pPr lvl="0">
              <a:buClr>
                <a:srgbClr val="FFD200"/>
              </a:buClr>
              <a:buSzPct val="70000"/>
              <a:defRPr/>
            </a:pPr>
            <a:r>
              <a:rPr lang="en-IN" sz="800" kern="0" dirty="0">
                <a:solidFill>
                  <a:srgbClr val="F6F6FA"/>
                </a:solidFill>
              </a:rPr>
              <a:t>© 2019 Ernst &amp; Young, LLP.</a:t>
            </a:r>
            <a:br>
              <a:rPr lang="en-IN" sz="800" kern="0" dirty="0">
                <a:solidFill>
                  <a:srgbClr val="F6F6FA"/>
                </a:solidFill>
              </a:rPr>
            </a:br>
            <a:r>
              <a:rPr lang="en-IN" sz="800" kern="0" dirty="0">
                <a:solidFill>
                  <a:srgbClr val="F6F6FA"/>
                </a:solidFill>
              </a:rPr>
              <a:t>All Rights Reserved.</a:t>
            </a:r>
          </a:p>
          <a:p>
            <a:pPr lvl="0">
              <a:buClr>
                <a:srgbClr val="FFD200"/>
              </a:buClr>
              <a:buSzPct val="70000"/>
              <a:defRPr/>
            </a:pPr>
            <a:endParaRPr lang="en-IN" sz="800" kern="0" dirty="0">
              <a:solidFill>
                <a:srgbClr val="F6F6FA"/>
              </a:solidFill>
            </a:endParaRPr>
          </a:p>
          <a:p>
            <a:pPr lvl="0">
              <a:buClr>
                <a:srgbClr val="FFD200"/>
              </a:buClr>
              <a:buSzPct val="70000"/>
              <a:defRPr/>
            </a:pPr>
            <a:r>
              <a:rPr lang="en-IN" sz="800" kern="0">
                <a:solidFill>
                  <a:srgbClr val="F6F6FA"/>
                </a:solidFill>
              </a:rPr>
              <a:t>SCORE number 47967</a:t>
            </a:r>
            <a:endParaRPr lang="en-IN" sz="800" kern="0" dirty="0">
              <a:solidFill>
                <a:srgbClr val="F6F6FA"/>
              </a:solidFill>
            </a:endParaRPr>
          </a:p>
          <a:p>
            <a:pPr lvl="0">
              <a:buClr>
                <a:srgbClr val="FFD200"/>
              </a:buClr>
              <a:buSzPct val="70000"/>
              <a:defRPr/>
            </a:pPr>
            <a:endParaRPr lang="en-IN" sz="800" kern="0" dirty="0">
              <a:solidFill>
                <a:srgbClr val="F6F6FA"/>
              </a:solidFill>
            </a:endParaRPr>
          </a:p>
          <a:p>
            <a:pPr lvl="0">
              <a:buClr>
                <a:srgbClr val="FFD200"/>
              </a:buClr>
              <a:buSzPct val="70000"/>
              <a:defRPr/>
            </a:pPr>
            <a:r>
              <a:rPr lang="en-IN" sz="800" kern="0" dirty="0">
                <a:solidFill>
                  <a:srgbClr val="F6F6FA"/>
                </a:solidFill>
              </a:rPr>
              <a:t>ED None</a:t>
            </a:r>
          </a:p>
          <a:p>
            <a:pPr lvl="0">
              <a:buClr>
                <a:srgbClr val="FFD200"/>
              </a:buClr>
              <a:buSzPct val="70000"/>
              <a:defRPr/>
            </a:pPr>
            <a:endParaRPr lang="en-IN" sz="800" kern="0" dirty="0">
              <a:solidFill>
                <a:srgbClr val="F6F6FA"/>
              </a:solidFill>
            </a:endParaRPr>
          </a:p>
          <a:p>
            <a:pPr lvl="0">
              <a:buClr>
                <a:srgbClr val="FFD200"/>
              </a:buClr>
              <a:buSzPct val="70000"/>
              <a:defRPr/>
            </a:pPr>
            <a:r>
              <a:rPr lang="en-IN" sz="800" kern="0" dirty="0">
                <a:solidFill>
                  <a:srgbClr val="F6F6FA"/>
                </a:solidFill>
              </a:rPr>
              <a:t>This material has been prepared for general information purpose only and is not intended to be relied upon as accounting, tax, or other professional advice. Please refer to your advisors for specific advice. </a:t>
            </a:r>
            <a:br>
              <a:rPr lang="en-IN" sz="800" kern="0" dirty="0">
                <a:solidFill>
                  <a:srgbClr val="F6F6FA"/>
                </a:solidFill>
              </a:rPr>
            </a:br>
            <a:endParaRPr lang="en-IN" sz="800" kern="0" dirty="0">
              <a:solidFill>
                <a:srgbClr val="F6F6FA"/>
              </a:solidFill>
            </a:endParaRPr>
          </a:p>
          <a:p>
            <a:pPr lvl="0">
              <a:spcAft>
                <a:spcPts val="600"/>
              </a:spcAft>
              <a:buClr>
                <a:srgbClr val="FFD200"/>
              </a:buClr>
              <a:buSzPct val="70000"/>
              <a:defRPr/>
            </a:pPr>
            <a:r>
              <a:rPr lang="en-IN" sz="800" b="1" kern="0" dirty="0">
                <a:solidFill>
                  <a:srgbClr val="F6F6FA"/>
                </a:solidFill>
              </a:rPr>
              <a:t>ey.com</a:t>
            </a:r>
          </a:p>
        </p:txBody>
      </p:sp>
    </p:spTree>
    <p:extLst>
      <p:ext uri="{BB962C8B-B14F-4D97-AF65-F5344CB8AC3E}">
        <p14:creationId xmlns:p14="http://schemas.microsoft.com/office/powerpoint/2010/main" val="1370720096"/>
      </p:ext>
    </p:extLst>
  </p:cSld>
  <p:clrMapOvr>
    <a:masterClrMapping/>
  </p:clrMapOvr>
</p:sld>
</file>

<file path=ppt/theme/theme1.xml><?xml version="1.0" encoding="utf-8"?>
<a:theme xmlns:a="http://schemas.openxmlformats.org/drawingml/2006/main" name="EY widescreen presentation 2015 v1">
  <a:themeElements>
    <a:clrScheme name="Custom 2">
      <a:dk1>
        <a:srgbClr val="000000"/>
      </a:dk1>
      <a:lt1>
        <a:srgbClr val="646464"/>
      </a:lt1>
      <a:dk2>
        <a:srgbClr val="FFFFFF"/>
      </a:dk2>
      <a:lt2>
        <a:srgbClr val="646464"/>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EY widescreen presentation 2015 v1.pptx" id="{FCBC1EB6-D832-46C4-85EC-9D824791160A}" vid="{2D6A243B-D829-4B41-8282-8F15BBAF84D7}"/>
    </a:ext>
  </a:extLst>
</a:theme>
</file>

<file path=ppt/theme/theme2.xml><?xml version="1.0" encoding="utf-8"?>
<a:theme xmlns:a="http://schemas.openxmlformats.org/drawingml/2006/main" name="EY light projection">
  <a:themeElements>
    <a:clrScheme name="Custom 1">
      <a:dk1>
        <a:srgbClr val="000000"/>
      </a:dk1>
      <a:lt1>
        <a:srgbClr val="646464"/>
      </a:lt1>
      <a:dk2>
        <a:srgbClr val="FFFFFF"/>
      </a:dk2>
      <a:lt2>
        <a:srgbClr val="646464"/>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EY widescreen presentation 2015 v1.pptx" id="{FCBC1EB6-D832-46C4-85EC-9D824791160A}" vid="{BAE44336-709F-46B9-B1AA-CEED79E08BF7}"/>
    </a:ext>
  </a:extLst>
</a:theme>
</file>

<file path=ppt/theme/theme3.xml><?xml version="1.0" encoding="utf-8"?>
<a:theme xmlns:a="http://schemas.openxmlformats.org/drawingml/2006/main" name="EY dark print">
  <a:themeElements>
    <a:clrScheme name="Custom 2">
      <a:dk1>
        <a:srgbClr val="FFFFFF"/>
      </a:dk1>
      <a:lt1>
        <a:srgbClr val="FFFFFF"/>
      </a:lt1>
      <a:dk2>
        <a:srgbClr val="333333"/>
      </a:dk2>
      <a:lt2>
        <a:srgbClr val="FFE600"/>
      </a:lt2>
      <a:accent1>
        <a:srgbClr val="808080"/>
      </a:accent1>
      <a:accent2>
        <a:srgbClr val="FFE6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EY widescreen presentation 2015 v1.pptx" id="{FCBC1EB6-D832-46C4-85EC-9D824791160A}" vid="{B8F3EFE7-15DE-41B2-8058-31BC4E67B254}"/>
    </a:ext>
  </a:extLst>
</a:theme>
</file>

<file path=ppt/theme/theme4.xml><?xml version="1.0" encoding="utf-8"?>
<a:theme xmlns:a="http://schemas.openxmlformats.org/drawingml/2006/main" name="EY dark projection">
  <a:themeElements>
    <a:clrScheme name="Custom 4">
      <a:dk1>
        <a:srgbClr val="FFFFFF"/>
      </a:dk1>
      <a:lt1>
        <a:srgbClr val="FFFFFF"/>
      </a:lt1>
      <a:dk2>
        <a:srgbClr val="333333"/>
      </a:dk2>
      <a:lt2>
        <a:srgbClr val="FFD200"/>
      </a:lt2>
      <a:accent1>
        <a:srgbClr val="808080"/>
      </a:accent1>
      <a:accent2>
        <a:srgbClr val="FFD200"/>
      </a:accent2>
      <a:accent3>
        <a:srgbClr val="999999"/>
      </a:accent3>
      <a:accent4>
        <a:srgbClr val="F0F0F0"/>
      </a:accent4>
      <a:accent5>
        <a:srgbClr val="00A3AE"/>
      </a:accent5>
      <a:accent6>
        <a:srgbClr val="C0C0C0"/>
      </a:accent6>
      <a:hlink>
        <a:srgbClr val="336699"/>
      </a:hlink>
      <a:folHlink>
        <a:srgbClr val="91278F"/>
      </a:folHlink>
    </a:clrScheme>
    <a:fontScheme name="EY_Hando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custClrLst>
    <a:custClr name="EY Special Use Red">
      <a:srgbClr val="F04C3E"/>
    </a:custClr>
    <a:custClr name="EY Special Use Blue 50%">
      <a:srgbClr val="7FD1D6"/>
    </a:custClr>
    <a:custClr name="EY Special Use Purple">
      <a:srgbClr val="91278F"/>
    </a:custClr>
    <a:custClr name="EY Special Use Purple 50%">
      <a:srgbClr val="C893C7"/>
    </a:custClr>
    <a:custClr name="EY Special Use Green">
      <a:srgbClr val="2C973E"/>
    </a:custClr>
    <a:custClr name="EY Special Use Green 50%">
      <a:srgbClr val="95CB89"/>
    </a:custClr>
    <a:custClr name="EY Yellow 50%">
      <a:srgbClr val="FFF27F"/>
    </a:custClr>
    <a:custClr name="EY Special Use Lilac">
      <a:srgbClr val="AC98DB"/>
    </a:custClr>
    <a:custClr name="EY Special Use Lilac 50%">
      <a:srgbClr val="D8D2E0"/>
    </a:custClr>
    <a:custClr name="EY Link Blue">
      <a:srgbClr val="336699"/>
    </a:custClr>
  </a:custClrLst>
  <a:extLst>
    <a:ext uri="{05A4C25C-085E-4340-85A3-A5531E510DB2}">
      <thm15:themeFamily xmlns:thm15="http://schemas.microsoft.com/office/thememl/2012/main" name="EY widescreen presentation 2015 v1.pptx" id="{FCBC1EB6-D832-46C4-85EC-9D824791160A}" vid="{F5C48466-2E5A-43BB-99A2-B6F41A67A178}"/>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blank</Template>
  <TotalTime>0</TotalTime>
  <Words>1441</Words>
  <Application>Microsoft Office PowerPoint</Application>
  <PresentationFormat>Custom</PresentationFormat>
  <Paragraphs>421</Paragraphs>
  <Slides>13</Slides>
  <Notes>0</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13</vt:i4>
      </vt:variant>
    </vt:vector>
  </HeadingPairs>
  <TitlesOfParts>
    <vt:vector size="21" baseType="lpstr">
      <vt:lpstr>Arial</vt:lpstr>
      <vt:lpstr>Calibri</vt:lpstr>
      <vt:lpstr>Cambria Math</vt:lpstr>
      <vt:lpstr>Times New Roman</vt:lpstr>
      <vt:lpstr>EY widescreen presentation 2015 v1</vt:lpstr>
      <vt:lpstr>EY light projection</vt:lpstr>
      <vt:lpstr>EY dark print</vt:lpstr>
      <vt:lpstr>EY dark projection</vt:lpstr>
      <vt:lpstr>Application of statistical methods to discovery of anomalies in accounting data </vt:lpstr>
      <vt:lpstr>Research objective: detect accounting anomaly</vt:lpstr>
      <vt:lpstr>Data challenges</vt:lpstr>
      <vt:lpstr>Methods’ outline: data preparation</vt:lpstr>
      <vt:lpstr>Methods’ outline: data preparation</vt:lpstr>
      <vt:lpstr>Methods’ outline: data preparation by cluster</vt:lpstr>
      <vt:lpstr>Methods’ outline: data preparation by cluster</vt:lpstr>
      <vt:lpstr>Method A: normal probability plots of 3 PCs’ projections</vt:lpstr>
      <vt:lpstr>Method B: gamma probability plots on 3 PC projections’ distance </vt:lpstr>
      <vt:lpstr>Method C: upper-tail values in sum of squares of 3 PCs’ residuals </vt:lpstr>
      <vt:lpstr>Conclusion</vt:lpstr>
      <vt:lpstr>References </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cp:lastModifiedBy/>
  <cp:revision>1</cp:revision>
  <dcterms:created xsi:type="dcterms:W3CDTF">2017-02-09T18:04:00Z</dcterms:created>
  <dcterms:modified xsi:type="dcterms:W3CDTF">2019-07-29T23:13:09Z</dcterms:modified>
  <cp:contentStatus/>
</cp:coreProperties>
</file>